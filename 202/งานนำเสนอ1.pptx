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244596E-C20F-B7DB-2255-A1443D150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7FE27A9-8B0A-80C4-ED2C-61CF1D91A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23A22D7-73C6-6D84-3E57-E2568885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028F6F-6688-0181-82E0-D975E90C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F4A4741-D3D9-19A3-8752-682B9B19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9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2ED7C83-0BBB-3B33-DA9E-40356A75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9D44EBF9-E95D-26DF-11DA-49D33F366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EE266E8-3767-9848-465A-85EC3269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E2E79E5-EE91-5824-5193-FE40AC7A6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9938D8D-38D8-1827-2B60-89088431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0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209A5B9-F398-F0B9-A73F-EF04040E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5879EFD4-6452-0045-FF33-169D12EC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F2EC020-DD7B-222D-53B4-158C6433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A63EF9F-1CF5-CFB3-046C-FE30E834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03505AA-28F4-25BC-E49C-B53E0FF1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3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F48EA33-5EF1-D283-3072-E948F02C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2CCE047-26CE-605A-C50D-4C1E0222A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BF6819F4-3B5C-84FA-BD94-7B2DEF88B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809C976-AC49-6F27-3540-31FE0239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6C44D851-BD01-D27C-9C0D-7D37E374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556B72E7-0952-79B8-0281-553378B5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4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4693906-1337-B0E1-D709-A772D283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9DCD025-C7FE-802E-45A4-EFE9EF488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4A8D680C-DF41-B0BF-610E-C7600D128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8DFCE33A-D32D-FF74-8E61-EB046568A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5F6F820-30AC-A787-746C-863DF3043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170528EB-F2A3-C053-8290-1850F74B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320E9272-6905-9744-BEAF-E6AF3CEA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F38814A6-81E2-674B-0476-C2556D78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8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5B274EE-7988-D9B2-9045-65180316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F93099C-4686-892D-4530-0E2990A9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1D9F1EF-3C3D-0B8A-48D8-C1CDEE21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BDC5E26A-C805-6D8D-9FAB-164E2524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DB61696E-4765-697B-3BDE-79045844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713615AD-1739-46B2-2D59-ABEA5F6B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44B8333-CBDB-CB75-E3D8-E6EADE86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8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2E108E-A7F5-9424-1BB2-941B6BCA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0B9BF3C-7318-1CEA-B8C6-D5596BFC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DE821F2-9953-336A-E967-1AF5343A7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6A29D8F7-9A9B-ED06-B79B-B4CF853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BC820D81-1D62-DDA2-3DE7-C06F142B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492C0B3-F4D0-8856-9CD1-747702F0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6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43CC0CA-20C5-7154-B2C6-05EB026F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4C296FCD-DFFF-8822-9FB5-882B26C3F3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4AFB2A2-57BD-C6BD-14D5-D3766598F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6F46880-1BFC-B30B-2A48-47CBB423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619835C-AF0E-0727-7405-CEAE8A94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0CF9422-F4CF-F248-46B0-4DC844BE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5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3980FBE-BB35-BE88-0D96-A95E1396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76C9EAF-7488-22BB-60ED-8A4C484FF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76EBCEA-C320-E35E-0E40-8F10226C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2AD7A56-55A7-35DE-7545-E2DE355C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7AC2D05-F2CD-D469-17D7-813AFCEC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7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A299E81-57D3-E1FC-892E-4D743D097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47427C9-BED4-A958-EC4D-527633DAF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C7099B69-D491-3B53-7560-B278B361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7EC8D98-1A37-6B21-41C3-7A27BC84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2AA0782-52CE-D8D0-0B24-3B3FCE02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7740D3D2-FCFE-D0E7-73C5-F83D8620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FA6D4D5-75B6-8063-73DA-6F2486283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F0D51D5-FE94-7A50-2050-99AFBBFBB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2574A-D695-47E2-A045-0B93766FF787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5A64C8E-A7B1-AE9D-766A-DA3AF9BA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487A33B-1207-64A3-F332-B2C62726C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02162-42A7-41EC-BB01-0A4B0E070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: มุมมน 3">
            <a:extLst>
              <a:ext uri="{FF2B5EF4-FFF2-40B4-BE49-F238E27FC236}">
                <a16:creationId xmlns:a16="http://schemas.microsoft.com/office/drawing/2014/main" id="{450D53E1-517C-0E62-F10F-658847FA70AD}"/>
              </a:ext>
            </a:extLst>
          </p:cNvPr>
          <p:cNvSpPr/>
          <p:nvPr/>
        </p:nvSpPr>
        <p:spPr>
          <a:xfrm>
            <a:off x="5304502" y="245806"/>
            <a:ext cx="2059859" cy="619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3E125C6C-34B1-21AF-6AC4-C8964B4A2C57}"/>
              </a:ext>
            </a:extLst>
          </p:cNvPr>
          <p:cNvCxnSpPr>
            <a:stCxn id="4" idx="2"/>
          </p:cNvCxnSpPr>
          <p:nvPr/>
        </p:nvCxnSpPr>
        <p:spPr>
          <a:xfrm flipH="1">
            <a:off x="6334431" y="865239"/>
            <a:ext cx="1" cy="639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แผนผังลําดับงาน: กระบวนการ 35">
            <a:extLst>
              <a:ext uri="{FF2B5EF4-FFF2-40B4-BE49-F238E27FC236}">
                <a16:creationId xmlns:a16="http://schemas.microsoft.com/office/drawing/2014/main" id="{9E550F1C-7DDA-5A68-8C6D-DFD47BF5E064}"/>
              </a:ext>
            </a:extLst>
          </p:cNvPr>
          <p:cNvSpPr/>
          <p:nvPr/>
        </p:nvSpPr>
        <p:spPr>
          <a:xfrm>
            <a:off x="5208332" y="1484672"/>
            <a:ext cx="2252198" cy="44245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สอบประมวณผล</a:t>
            </a:r>
            <a:endParaRPr lang="en-US" dirty="0"/>
          </a:p>
        </p:txBody>
      </p:sp>
      <p:cxnSp>
        <p:nvCxnSpPr>
          <p:cNvPr id="42" name="ลูกศรเชื่อมต่อแบบตรง 41">
            <a:extLst>
              <a:ext uri="{FF2B5EF4-FFF2-40B4-BE49-F238E27FC236}">
                <a16:creationId xmlns:a16="http://schemas.microsoft.com/office/drawing/2014/main" id="{BFD7ADB5-F73E-9240-9FB9-641B458FB836}"/>
              </a:ext>
            </a:extLst>
          </p:cNvPr>
          <p:cNvCxnSpPr>
            <a:stCxn id="36" idx="2"/>
          </p:cNvCxnSpPr>
          <p:nvPr/>
        </p:nvCxnSpPr>
        <p:spPr>
          <a:xfrm>
            <a:off x="6334431" y="1927123"/>
            <a:ext cx="0" cy="658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สี่เหลี่ยมผืนผ้า 65">
            <a:extLst>
              <a:ext uri="{FF2B5EF4-FFF2-40B4-BE49-F238E27FC236}">
                <a16:creationId xmlns:a16="http://schemas.microsoft.com/office/drawing/2014/main" id="{8F1B63C7-5CA9-9954-3F8E-79B2C078DC5F}"/>
              </a:ext>
            </a:extLst>
          </p:cNvPr>
          <p:cNvSpPr/>
          <p:nvPr/>
        </p:nvSpPr>
        <p:spPr>
          <a:xfrm>
            <a:off x="5145345" y="5122613"/>
            <a:ext cx="2571137" cy="501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  <a:endParaRPr lang="en-US" dirty="0"/>
          </a:p>
        </p:txBody>
      </p:sp>
      <p:cxnSp>
        <p:nvCxnSpPr>
          <p:cNvPr id="70" name="ลูกศรเชื่อมต่อแบบตรง 69">
            <a:extLst>
              <a:ext uri="{FF2B5EF4-FFF2-40B4-BE49-F238E27FC236}">
                <a16:creationId xmlns:a16="http://schemas.microsoft.com/office/drawing/2014/main" id="{3613B8CE-770A-6917-292C-9CBB51D134F6}"/>
              </a:ext>
            </a:extLst>
          </p:cNvPr>
          <p:cNvCxnSpPr/>
          <p:nvPr/>
        </p:nvCxnSpPr>
        <p:spPr>
          <a:xfrm>
            <a:off x="6430913" y="5624043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สี่เหลี่ยมผืนผ้า: มุมมน 70">
            <a:extLst>
              <a:ext uri="{FF2B5EF4-FFF2-40B4-BE49-F238E27FC236}">
                <a16:creationId xmlns:a16="http://schemas.microsoft.com/office/drawing/2014/main" id="{9E2884C8-2D26-8A5B-CB3D-33C00B86A249}"/>
              </a:ext>
            </a:extLst>
          </p:cNvPr>
          <p:cNvSpPr/>
          <p:nvPr/>
        </p:nvSpPr>
        <p:spPr>
          <a:xfrm>
            <a:off x="5418511" y="6086159"/>
            <a:ext cx="1945850" cy="561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76" name="แผนผังลําดับงาน: การตัดสินใจ 75">
            <a:extLst>
              <a:ext uri="{FF2B5EF4-FFF2-40B4-BE49-F238E27FC236}">
                <a16:creationId xmlns:a16="http://schemas.microsoft.com/office/drawing/2014/main" id="{57DD669C-176F-9CB7-4220-2548BAB7837F}"/>
              </a:ext>
            </a:extLst>
          </p:cNvPr>
          <p:cNvSpPr/>
          <p:nvPr/>
        </p:nvSpPr>
        <p:spPr>
          <a:xfrm>
            <a:off x="5777679" y="2585885"/>
            <a:ext cx="1113504" cy="65876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ตัวเชื่อมต่อ: หักมุม 77">
            <a:extLst>
              <a:ext uri="{FF2B5EF4-FFF2-40B4-BE49-F238E27FC236}">
                <a16:creationId xmlns:a16="http://schemas.microsoft.com/office/drawing/2014/main" id="{C9ADF3DB-71DB-DCD8-BEEC-8DF6F20DA531}"/>
              </a:ext>
            </a:extLst>
          </p:cNvPr>
          <p:cNvCxnSpPr>
            <a:stCxn id="76" idx="1"/>
          </p:cNvCxnSpPr>
          <p:nvPr/>
        </p:nvCxnSpPr>
        <p:spPr>
          <a:xfrm rot="10800000" flipV="1">
            <a:off x="4227871" y="2915264"/>
            <a:ext cx="1549808" cy="513735"/>
          </a:xfrm>
          <a:prstGeom prst="bentConnector3">
            <a:avLst>
              <a:gd name="adj1" fmla="val 1001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แผนผังลําดับงาน: การตัดสินใจ 79">
            <a:extLst>
              <a:ext uri="{FF2B5EF4-FFF2-40B4-BE49-F238E27FC236}">
                <a16:creationId xmlns:a16="http://schemas.microsoft.com/office/drawing/2014/main" id="{57F65121-56CC-461A-F0F6-C144590B58C5}"/>
              </a:ext>
            </a:extLst>
          </p:cNvPr>
          <p:cNvSpPr/>
          <p:nvPr/>
        </p:nvSpPr>
        <p:spPr>
          <a:xfrm>
            <a:off x="3770671" y="3429000"/>
            <a:ext cx="914400" cy="61264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ตัวเชื่อมต่อ: หักมุม 81">
            <a:extLst>
              <a:ext uri="{FF2B5EF4-FFF2-40B4-BE49-F238E27FC236}">
                <a16:creationId xmlns:a16="http://schemas.microsoft.com/office/drawing/2014/main" id="{518777E1-A3FD-4399-D6A8-7A33988831CA}"/>
              </a:ext>
            </a:extLst>
          </p:cNvPr>
          <p:cNvCxnSpPr>
            <a:cxnSpLocks/>
          </p:cNvCxnSpPr>
          <p:nvPr/>
        </p:nvCxnSpPr>
        <p:spPr>
          <a:xfrm>
            <a:off x="6901632" y="2907897"/>
            <a:ext cx="1210598" cy="732503"/>
          </a:xfrm>
          <a:prstGeom prst="bentConnector3">
            <a:avLst>
              <a:gd name="adj1" fmla="val 99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กล่องข้อความ 84">
            <a:extLst>
              <a:ext uri="{FF2B5EF4-FFF2-40B4-BE49-F238E27FC236}">
                <a16:creationId xmlns:a16="http://schemas.microsoft.com/office/drawing/2014/main" id="{5F9CCBA9-16B7-5AFB-421F-534BA66D889B}"/>
              </a:ext>
            </a:extLst>
          </p:cNvPr>
          <p:cNvSpPr txBox="1"/>
          <p:nvPr/>
        </p:nvSpPr>
        <p:spPr>
          <a:xfrm>
            <a:off x="6901632" y="2538565"/>
            <a:ext cx="125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Score&lt;=50</a:t>
            </a:r>
          </a:p>
        </p:txBody>
      </p:sp>
      <p:sp>
        <p:nvSpPr>
          <p:cNvPr id="88" name="กล่องข้อความ 87">
            <a:extLst>
              <a:ext uri="{FF2B5EF4-FFF2-40B4-BE49-F238E27FC236}">
                <a16:creationId xmlns:a16="http://schemas.microsoft.com/office/drawing/2014/main" id="{8726045F-B3C4-7CDD-BF37-6245EC565128}"/>
              </a:ext>
            </a:extLst>
          </p:cNvPr>
          <p:cNvSpPr txBox="1"/>
          <p:nvPr/>
        </p:nvSpPr>
        <p:spPr>
          <a:xfrm>
            <a:off x="4624829" y="2538565"/>
            <a:ext cx="112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Score&gt;50</a:t>
            </a:r>
          </a:p>
        </p:txBody>
      </p:sp>
      <p:sp>
        <p:nvSpPr>
          <p:cNvPr id="89" name="สี่เหลี่ยมผืนผ้า 88">
            <a:extLst>
              <a:ext uri="{FF2B5EF4-FFF2-40B4-BE49-F238E27FC236}">
                <a16:creationId xmlns:a16="http://schemas.microsoft.com/office/drawing/2014/main" id="{3477EFD4-3F55-E545-6EE8-9F398A47FA93}"/>
              </a:ext>
            </a:extLst>
          </p:cNvPr>
          <p:cNvSpPr/>
          <p:nvPr/>
        </p:nvSpPr>
        <p:spPr>
          <a:xfrm>
            <a:off x="7601147" y="3640400"/>
            <a:ext cx="1021743" cy="401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90" name="สี่เหลี่ยมผืนผ้า 89">
            <a:extLst>
              <a:ext uri="{FF2B5EF4-FFF2-40B4-BE49-F238E27FC236}">
                <a16:creationId xmlns:a16="http://schemas.microsoft.com/office/drawing/2014/main" id="{36184D26-303B-D94D-625C-FFDD9E307370}"/>
              </a:ext>
            </a:extLst>
          </p:cNvPr>
          <p:cNvSpPr/>
          <p:nvPr/>
        </p:nvSpPr>
        <p:spPr>
          <a:xfrm>
            <a:off x="5384586" y="3566659"/>
            <a:ext cx="1006850" cy="3527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cxnSp>
        <p:nvCxnSpPr>
          <p:cNvPr id="92" name="ตัวเชื่อมต่อ: หักมุม 91">
            <a:extLst>
              <a:ext uri="{FF2B5EF4-FFF2-40B4-BE49-F238E27FC236}">
                <a16:creationId xmlns:a16="http://schemas.microsoft.com/office/drawing/2014/main" id="{86504544-11B7-0E9C-6D3B-0A271DFBF012}"/>
              </a:ext>
            </a:extLst>
          </p:cNvPr>
          <p:cNvCxnSpPr>
            <a:stCxn id="90" idx="2"/>
          </p:cNvCxnSpPr>
          <p:nvPr/>
        </p:nvCxnSpPr>
        <p:spPr>
          <a:xfrm rot="5400000">
            <a:off x="4412083" y="3646685"/>
            <a:ext cx="1203226" cy="17486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56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: มุมมน 1">
            <a:extLst>
              <a:ext uri="{FF2B5EF4-FFF2-40B4-BE49-F238E27FC236}">
                <a16:creationId xmlns:a16="http://schemas.microsoft.com/office/drawing/2014/main" id="{2BC43570-4E53-BE8E-5F9B-384B2488C4BD}"/>
              </a:ext>
            </a:extLst>
          </p:cNvPr>
          <p:cNvSpPr/>
          <p:nvPr/>
        </p:nvSpPr>
        <p:spPr>
          <a:xfrm>
            <a:off x="5471651" y="648930"/>
            <a:ext cx="1248697" cy="481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4" name="ลูกศรเชื่อมต่อแบบตรง 3">
            <a:extLst>
              <a:ext uri="{FF2B5EF4-FFF2-40B4-BE49-F238E27FC236}">
                <a16:creationId xmlns:a16="http://schemas.microsoft.com/office/drawing/2014/main" id="{3ECC7128-D5E8-E6B4-101D-E226E6E35B4F}"/>
              </a:ext>
            </a:extLst>
          </p:cNvPr>
          <p:cNvCxnSpPr/>
          <p:nvPr/>
        </p:nvCxnSpPr>
        <p:spPr>
          <a:xfrm>
            <a:off x="6095999" y="1130711"/>
            <a:ext cx="0" cy="334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69F07CB8-D35E-7743-B192-C75F2C45BD22}"/>
              </a:ext>
            </a:extLst>
          </p:cNvPr>
          <p:cNvSpPr/>
          <p:nvPr/>
        </p:nvSpPr>
        <p:spPr>
          <a:xfrm>
            <a:off x="5213553" y="1465006"/>
            <a:ext cx="1764892" cy="481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ตัวเชื่อมต่อ: หักมุม 9">
            <a:extLst>
              <a:ext uri="{FF2B5EF4-FFF2-40B4-BE49-F238E27FC236}">
                <a16:creationId xmlns:a16="http://schemas.microsoft.com/office/drawing/2014/main" id="{0466CB78-B3B8-E466-37A5-0AAF7504A64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41291" y="1715726"/>
            <a:ext cx="1772262" cy="486699"/>
          </a:xfrm>
          <a:prstGeom prst="bentConnector3">
            <a:avLst>
              <a:gd name="adj1" fmla="val 10048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แผนผังลําดับงาน: กระบวนการ 14">
            <a:extLst>
              <a:ext uri="{FF2B5EF4-FFF2-40B4-BE49-F238E27FC236}">
                <a16:creationId xmlns:a16="http://schemas.microsoft.com/office/drawing/2014/main" id="{0B03EEB6-3391-1C6E-C9C6-C693D176B7B7}"/>
              </a:ext>
            </a:extLst>
          </p:cNvPr>
          <p:cNvSpPr/>
          <p:nvPr/>
        </p:nvSpPr>
        <p:spPr>
          <a:xfrm>
            <a:off x="2901746" y="2202425"/>
            <a:ext cx="1079090" cy="57840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ตรวจสอบ</a:t>
            </a:r>
            <a:endParaRPr lang="en-US" sz="2000" dirty="0"/>
          </a:p>
        </p:txBody>
      </p:sp>
      <p:cxnSp>
        <p:nvCxnSpPr>
          <p:cNvPr id="30" name="ลูกศรเชื่อมต่อแบบตรง 29">
            <a:extLst>
              <a:ext uri="{FF2B5EF4-FFF2-40B4-BE49-F238E27FC236}">
                <a16:creationId xmlns:a16="http://schemas.microsoft.com/office/drawing/2014/main" id="{F6BCB11F-8E7C-EB36-05E2-195AA3C213F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5999" y="1946787"/>
            <a:ext cx="0" cy="255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แผนผังลําดับงาน: การตัดสินใจ 31">
            <a:extLst>
              <a:ext uri="{FF2B5EF4-FFF2-40B4-BE49-F238E27FC236}">
                <a16:creationId xmlns:a16="http://schemas.microsoft.com/office/drawing/2014/main" id="{8FD9780E-F2F9-CF7F-8BC8-C287E5DBDEDC}"/>
              </a:ext>
            </a:extLst>
          </p:cNvPr>
          <p:cNvSpPr/>
          <p:nvPr/>
        </p:nvSpPr>
        <p:spPr>
          <a:xfrm>
            <a:off x="5638799" y="2185305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ลูกศรเชื่อมต่อแบบตรง 42">
            <a:extLst>
              <a:ext uri="{FF2B5EF4-FFF2-40B4-BE49-F238E27FC236}">
                <a16:creationId xmlns:a16="http://schemas.microsoft.com/office/drawing/2014/main" id="{B11A1363-6D5F-70ED-306B-7CDE557264A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095999" y="2797953"/>
            <a:ext cx="0" cy="250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แผนผังลําดับงาน: การตัดสินใจ 44">
            <a:extLst>
              <a:ext uri="{FF2B5EF4-FFF2-40B4-BE49-F238E27FC236}">
                <a16:creationId xmlns:a16="http://schemas.microsoft.com/office/drawing/2014/main" id="{791D530B-EAC1-0B55-8BF7-D91E1564BB8E}"/>
              </a:ext>
            </a:extLst>
          </p:cNvPr>
          <p:cNvSpPr/>
          <p:nvPr/>
        </p:nvSpPr>
        <p:spPr>
          <a:xfrm>
            <a:off x="5638799" y="3048000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ลูกศรเชื่อมต่อแบบตรง 46">
            <a:extLst>
              <a:ext uri="{FF2B5EF4-FFF2-40B4-BE49-F238E27FC236}">
                <a16:creationId xmlns:a16="http://schemas.microsoft.com/office/drawing/2014/main" id="{3B62C60F-A021-93E2-9CDF-7B78E663F5A1}"/>
              </a:ext>
            </a:extLst>
          </p:cNvPr>
          <p:cNvCxnSpPr>
            <a:stCxn id="45" idx="2"/>
          </p:cNvCxnSpPr>
          <p:nvPr/>
        </p:nvCxnSpPr>
        <p:spPr>
          <a:xfrm>
            <a:off x="6095999" y="3660648"/>
            <a:ext cx="0" cy="232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แผนผังลําดับงาน: การตัดสินใจ 47">
            <a:extLst>
              <a:ext uri="{FF2B5EF4-FFF2-40B4-BE49-F238E27FC236}">
                <a16:creationId xmlns:a16="http://schemas.microsoft.com/office/drawing/2014/main" id="{86BD3297-E194-6752-2BE2-C83C288C98D8}"/>
              </a:ext>
            </a:extLst>
          </p:cNvPr>
          <p:cNvSpPr/>
          <p:nvPr/>
        </p:nvSpPr>
        <p:spPr>
          <a:xfrm>
            <a:off x="5638799" y="3893574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ลูกศรเชื่อมต่อแบบตรง 49">
            <a:extLst>
              <a:ext uri="{FF2B5EF4-FFF2-40B4-BE49-F238E27FC236}">
                <a16:creationId xmlns:a16="http://schemas.microsoft.com/office/drawing/2014/main" id="{99D9E4BA-B238-B9B9-12B6-D830B25565F5}"/>
              </a:ext>
            </a:extLst>
          </p:cNvPr>
          <p:cNvCxnSpPr>
            <a:stCxn id="48" idx="2"/>
          </p:cNvCxnSpPr>
          <p:nvPr/>
        </p:nvCxnSpPr>
        <p:spPr>
          <a:xfrm>
            <a:off x="6095999" y="4506222"/>
            <a:ext cx="0" cy="252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แผนผังลําดับงาน: การตัดสินใจ 50">
            <a:extLst>
              <a:ext uri="{FF2B5EF4-FFF2-40B4-BE49-F238E27FC236}">
                <a16:creationId xmlns:a16="http://schemas.microsoft.com/office/drawing/2014/main" id="{FC3822C2-11E9-4A9F-D549-829EC45213B4}"/>
              </a:ext>
            </a:extLst>
          </p:cNvPr>
          <p:cNvSpPr/>
          <p:nvPr/>
        </p:nvSpPr>
        <p:spPr>
          <a:xfrm>
            <a:off x="5638799" y="4739148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ลูกศรเชื่อมต่อแบบตรง 52">
            <a:extLst>
              <a:ext uri="{FF2B5EF4-FFF2-40B4-BE49-F238E27FC236}">
                <a16:creationId xmlns:a16="http://schemas.microsoft.com/office/drawing/2014/main" id="{9408196E-3BAF-498F-5110-16EB6F6F5EE9}"/>
              </a:ext>
            </a:extLst>
          </p:cNvPr>
          <p:cNvCxnSpPr>
            <a:cxnSpLocks/>
            <a:stCxn id="32" idx="1"/>
            <a:endCxn id="15" idx="3"/>
          </p:cNvCxnSpPr>
          <p:nvPr/>
        </p:nvCxnSpPr>
        <p:spPr>
          <a:xfrm flipH="1">
            <a:off x="3980836" y="2491629"/>
            <a:ext cx="16579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ลูกศรเชื่อมต่อแบบตรง 55">
            <a:extLst>
              <a:ext uri="{FF2B5EF4-FFF2-40B4-BE49-F238E27FC236}">
                <a16:creationId xmlns:a16="http://schemas.microsoft.com/office/drawing/2014/main" id="{F8E717A2-D767-D535-B87A-2C331233A09E}"/>
              </a:ext>
            </a:extLst>
          </p:cNvPr>
          <p:cNvCxnSpPr>
            <a:stCxn id="32" idx="3"/>
          </p:cNvCxnSpPr>
          <p:nvPr/>
        </p:nvCxnSpPr>
        <p:spPr>
          <a:xfrm>
            <a:off x="6553199" y="2491629"/>
            <a:ext cx="19025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แผนผังลําดับงาน: กระบวนการ 56">
            <a:extLst>
              <a:ext uri="{FF2B5EF4-FFF2-40B4-BE49-F238E27FC236}">
                <a16:creationId xmlns:a16="http://schemas.microsoft.com/office/drawing/2014/main" id="{CB05B14E-1EED-843E-AD77-64081EE84EDC}"/>
              </a:ext>
            </a:extLst>
          </p:cNvPr>
          <p:cNvSpPr/>
          <p:nvPr/>
        </p:nvSpPr>
        <p:spPr>
          <a:xfrm>
            <a:off x="8455741" y="2220393"/>
            <a:ext cx="1209367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</a:t>
            </a:r>
            <a:r>
              <a:rPr lang="th-TH" sz="2000" dirty="0"/>
              <a:t>ผ่าน</a:t>
            </a:r>
            <a:endParaRPr lang="en-US" sz="2000" dirty="0"/>
          </a:p>
        </p:txBody>
      </p:sp>
      <p:sp>
        <p:nvSpPr>
          <p:cNvPr id="61" name="แผนผังลําดับงาน: กระบวนการ 60">
            <a:extLst>
              <a:ext uri="{FF2B5EF4-FFF2-40B4-BE49-F238E27FC236}">
                <a16:creationId xmlns:a16="http://schemas.microsoft.com/office/drawing/2014/main" id="{B2CE4CBD-FE64-D878-4799-0661AA8C56F2}"/>
              </a:ext>
            </a:extLst>
          </p:cNvPr>
          <p:cNvSpPr/>
          <p:nvPr/>
        </p:nvSpPr>
        <p:spPr>
          <a:xfrm>
            <a:off x="8455741" y="3048000"/>
            <a:ext cx="1209366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ผ่าน</a:t>
            </a:r>
            <a:endParaRPr lang="en-US" sz="2000" dirty="0"/>
          </a:p>
        </p:txBody>
      </p:sp>
      <p:cxnSp>
        <p:nvCxnSpPr>
          <p:cNvPr id="63" name="ลูกศรเชื่อมต่อแบบตรง 62">
            <a:extLst>
              <a:ext uri="{FF2B5EF4-FFF2-40B4-BE49-F238E27FC236}">
                <a16:creationId xmlns:a16="http://schemas.microsoft.com/office/drawing/2014/main" id="{C0EA990C-00A8-2F42-86EC-4F89FF153CB5}"/>
              </a:ext>
            </a:extLst>
          </p:cNvPr>
          <p:cNvCxnSpPr>
            <a:stCxn id="45" idx="3"/>
            <a:endCxn id="61" idx="1"/>
          </p:cNvCxnSpPr>
          <p:nvPr/>
        </p:nvCxnSpPr>
        <p:spPr>
          <a:xfrm>
            <a:off x="6553199" y="3354324"/>
            <a:ext cx="1902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ลูกศรเชื่อมต่อแบบตรง 66">
            <a:extLst>
              <a:ext uri="{FF2B5EF4-FFF2-40B4-BE49-F238E27FC236}">
                <a16:creationId xmlns:a16="http://schemas.microsoft.com/office/drawing/2014/main" id="{242E23AC-914D-D9F5-5AA9-E5C959DAFBF2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6553199" y="4199898"/>
            <a:ext cx="1902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แผนผังลําดับงาน: กระบวนการ 67">
            <a:extLst>
              <a:ext uri="{FF2B5EF4-FFF2-40B4-BE49-F238E27FC236}">
                <a16:creationId xmlns:a16="http://schemas.microsoft.com/office/drawing/2014/main" id="{B54617C1-40D8-5934-1C2E-6BAE3AC99AB7}"/>
              </a:ext>
            </a:extLst>
          </p:cNvPr>
          <p:cNvSpPr/>
          <p:nvPr/>
        </p:nvSpPr>
        <p:spPr>
          <a:xfrm>
            <a:off x="8455741" y="3875607"/>
            <a:ext cx="1700979" cy="6134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ผ่านยอดเยี่ยม</a:t>
            </a:r>
            <a:endParaRPr lang="en-US" sz="2000" dirty="0"/>
          </a:p>
        </p:txBody>
      </p:sp>
      <p:cxnSp>
        <p:nvCxnSpPr>
          <p:cNvPr id="71" name="ลูกศรเชื่อมต่อแบบตรง 70">
            <a:extLst>
              <a:ext uri="{FF2B5EF4-FFF2-40B4-BE49-F238E27FC236}">
                <a16:creationId xmlns:a16="http://schemas.microsoft.com/office/drawing/2014/main" id="{9C893FE2-9FE7-6273-168F-9A58CD9B0210}"/>
              </a:ext>
            </a:extLst>
          </p:cNvPr>
          <p:cNvCxnSpPr>
            <a:stCxn id="51" idx="3"/>
          </p:cNvCxnSpPr>
          <p:nvPr/>
        </p:nvCxnSpPr>
        <p:spPr>
          <a:xfrm flipV="1">
            <a:off x="6553199" y="5034116"/>
            <a:ext cx="1902542" cy="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แผนผังลําดับงาน: กระบวนการ 71">
            <a:extLst>
              <a:ext uri="{FF2B5EF4-FFF2-40B4-BE49-F238E27FC236}">
                <a16:creationId xmlns:a16="http://schemas.microsoft.com/office/drawing/2014/main" id="{84D62D1E-D4A8-3D40-4022-A6D0669E5223}"/>
              </a:ext>
            </a:extLst>
          </p:cNvPr>
          <p:cNvSpPr/>
          <p:nvPr/>
        </p:nvSpPr>
        <p:spPr>
          <a:xfrm>
            <a:off x="8455741" y="4813395"/>
            <a:ext cx="2349912" cy="59468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ดีเลิศประเสริฐศรี</a:t>
            </a:r>
            <a:endParaRPr lang="en-US" sz="2000" dirty="0"/>
          </a:p>
        </p:txBody>
      </p:sp>
      <p:cxnSp>
        <p:nvCxnSpPr>
          <p:cNvPr id="81" name="ตัวเชื่อมต่อ: หักมุม 80">
            <a:extLst>
              <a:ext uri="{FF2B5EF4-FFF2-40B4-BE49-F238E27FC236}">
                <a16:creationId xmlns:a16="http://schemas.microsoft.com/office/drawing/2014/main" id="{9CA77E86-3FA5-7058-0D94-2541306AD5DB}"/>
              </a:ext>
            </a:extLst>
          </p:cNvPr>
          <p:cNvCxnSpPr>
            <a:stCxn id="51" idx="1"/>
          </p:cNvCxnSpPr>
          <p:nvPr/>
        </p:nvCxnSpPr>
        <p:spPr>
          <a:xfrm rot="10800000" flipV="1">
            <a:off x="3529781" y="5045471"/>
            <a:ext cx="2109018" cy="490089"/>
          </a:xfrm>
          <a:prstGeom prst="bentConnector3">
            <a:avLst>
              <a:gd name="adj1" fmla="val 1003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แผนผังลําดับงาน: กระบวนการ 82">
            <a:extLst>
              <a:ext uri="{FF2B5EF4-FFF2-40B4-BE49-F238E27FC236}">
                <a16:creationId xmlns:a16="http://schemas.microsoft.com/office/drawing/2014/main" id="{1E3D0A66-066B-F995-207B-42D2B1D7B787}"/>
              </a:ext>
            </a:extLst>
          </p:cNvPr>
          <p:cNvSpPr/>
          <p:nvPr/>
        </p:nvSpPr>
        <p:spPr>
          <a:xfrm>
            <a:off x="2931243" y="5535561"/>
            <a:ext cx="1206911" cy="4900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86" name="สี่เหลี่ยมผืนผ้า: มุมมน 85">
            <a:extLst>
              <a:ext uri="{FF2B5EF4-FFF2-40B4-BE49-F238E27FC236}">
                <a16:creationId xmlns:a16="http://schemas.microsoft.com/office/drawing/2014/main" id="{A59C9005-EEAA-2F4F-F9CF-45CE3C2FF40C}"/>
              </a:ext>
            </a:extLst>
          </p:cNvPr>
          <p:cNvSpPr/>
          <p:nvPr/>
        </p:nvSpPr>
        <p:spPr>
          <a:xfrm>
            <a:off x="5471651" y="6101851"/>
            <a:ext cx="1578076" cy="478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Stop</a:t>
            </a:r>
          </a:p>
        </p:txBody>
      </p:sp>
      <p:cxnSp>
        <p:nvCxnSpPr>
          <p:cNvPr id="88" name="ตัวเชื่อมต่อ: หักมุม 87">
            <a:extLst>
              <a:ext uri="{FF2B5EF4-FFF2-40B4-BE49-F238E27FC236}">
                <a16:creationId xmlns:a16="http://schemas.microsoft.com/office/drawing/2014/main" id="{8C58EEC4-05A7-6AF0-4858-A7251BE894B6}"/>
              </a:ext>
            </a:extLst>
          </p:cNvPr>
          <p:cNvCxnSpPr>
            <a:stCxn id="83" idx="2"/>
            <a:endCxn id="86" idx="1"/>
          </p:cNvCxnSpPr>
          <p:nvPr/>
        </p:nvCxnSpPr>
        <p:spPr>
          <a:xfrm rot="16200000" flipH="1">
            <a:off x="4345518" y="5214832"/>
            <a:ext cx="315315" cy="1936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กล่องข้อความ 99">
            <a:extLst>
              <a:ext uri="{FF2B5EF4-FFF2-40B4-BE49-F238E27FC236}">
                <a16:creationId xmlns:a16="http://schemas.microsoft.com/office/drawing/2014/main" id="{C7E2F0CD-082F-0DC0-7C68-3EDFA8F98955}"/>
              </a:ext>
            </a:extLst>
          </p:cNvPr>
          <p:cNvSpPr txBox="1"/>
          <p:nvPr/>
        </p:nvSpPr>
        <p:spPr>
          <a:xfrm>
            <a:off x="6978445" y="2103048"/>
            <a:ext cx="104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50</a:t>
            </a:r>
            <a:r>
              <a:rPr lang="en-US" dirty="0"/>
              <a:t>&lt;=</a:t>
            </a:r>
            <a:r>
              <a:rPr lang="en-US" sz="1400" dirty="0"/>
              <a:t>Score</a:t>
            </a:r>
          </a:p>
        </p:txBody>
      </p:sp>
      <p:sp>
        <p:nvSpPr>
          <p:cNvPr id="101" name="กล่องข้อความ 100">
            <a:extLst>
              <a:ext uri="{FF2B5EF4-FFF2-40B4-BE49-F238E27FC236}">
                <a16:creationId xmlns:a16="http://schemas.microsoft.com/office/drawing/2014/main" id="{6F6D1587-C8A1-9774-E887-093BA70A4942}"/>
              </a:ext>
            </a:extLst>
          </p:cNvPr>
          <p:cNvSpPr txBox="1"/>
          <p:nvPr/>
        </p:nvSpPr>
        <p:spPr>
          <a:xfrm>
            <a:off x="6223819" y="2683863"/>
            <a:ext cx="658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102" name="กล่องข้อความ 101">
            <a:extLst>
              <a:ext uri="{FF2B5EF4-FFF2-40B4-BE49-F238E27FC236}">
                <a16:creationId xmlns:a16="http://schemas.microsoft.com/office/drawing/2014/main" id="{23168C86-418E-EE8C-5545-22DFE2DB0F4C}"/>
              </a:ext>
            </a:extLst>
          </p:cNvPr>
          <p:cNvSpPr txBox="1"/>
          <p:nvPr/>
        </p:nvSpPr>
        <p:spPr>
          <a:xfrm>
            <a:off x="6223819" y="3529436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103" name="กล่องข้อความ 102">
            <a:extLst>
              <a:ext uri="{FF2B5EF4-FFF2-40B4-BE49-F238E27FC236}">
                <a16:creationId xmlns:a16="http://schemas.microsoft.com/office/drawing/2014/main" id="{3ACD1D1E-11AA-D9C7-0615-8D8744BA5DFD}"/>
              </a:ext>
            </a:extLst>
          </p:cNvPr>
          <p:cNvSpPr txBox="1"/>
          <p:nvPr/>
        </p:nvSpPr>
        <p:spPr>
          <a:xfrm>
            <a:off x="6223819" y="4424638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104" name="กล่องข้อความ 103">
            <a:extLst>
              <a:ext uri="{FF2B5EF4-FFF2-40B4-BE49-F238E27FC236}">
                <a16:creationId xmlns:a16="http://schemas.microsoft.com/office/drawing/2014/main" id="{6F37FCF4-C558-DD34-DC4F-14FA30D014F9}"/>
              </a:ext>
            </a:extLst>
          </p:cNvPr>
          <p:cNvSpPr txBox="1"/>
          <p:nvPr/>
        </p:nvSpPr>
        <p:spPr>
          <a:xfrm>
            <a:off x="6908166" y="2919884"/>
            <a:ext cx="1309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</a:t>
            </a:r>
            <a:r>
              <a:rPr lang="en-US" dirty="0"/>
              <a:t>&lt; </a:t>
            </a:r>
            <a:r>
              <a:rPr lang="en-US" sz="1400" dirty="0"/>
              <a:t>Score</a:t>
            </a:r>
            <a:r>
              <a:rPr lang="en-US" dirty="0"/>
              <a:t>&lt;</a:t>
            </a:r>
            <a:r>
              <a:rPr lang="en-US" sz="1400" dirty="0"/>
              <a:t>75</a:t>
            </a:r>
          </a:p>
        </p:txBody>
      </p:sp>
      <p:sp>
        <p:nvSpPr>
          <p:cNvPr id="105" name="กล่องข้อความ 104">
            <a:extLst>
              <a:ext uri="{FF2B5EF4-FFF2-40B4-BE49-F238E27FC236}">
                <a16:creationId xmlns:a16="http://schemas.microsoft.com/office/drawing/2014/main" id="{6F5A2247-38C4-E392-03DE-504C7331F721}"/>
              </a:ext>
            </a:extLst>
          </p:cNvPr>
          <p:cNvSpPr txBox="1"/>
          <p:nvPr/>
        </p:nvSpPr>
        <p:spPr>
          <a:xfrm>
            <a:off x="6948821" y="3798007"/>
            <a:ext cx="1309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</a:t>
            </a:r>
            <a:r>
              <a:rPr lang="en-US" dirty="0"/>
              <a:t>&lt; </a:t>
            </a:r>
            <a:r>
              <a:rPr lang="en-US" sz="1400" dirty="0"/>
              <a:t>Score</a:t>
            </a:r>
            <a:r>
              <a:rPr lang="en-US" dirty="0"/>
              <a:t>&lt;</a:t>
            </a:r>
            <a:r>
              <a:rPr lang="en-US" sz="1400" dirty="0"/>
              <a:t>75</a:t>
            </a:r>
          </a:p>
        </p:txBody>
      </p:sp>
      <p:sp>
        <p:nvSpPr>
          <p:cNvPr id="106" name="กล่องข้อความ 105">
            <a:extLst>
              <a:ext uri="{FF2B5EF4-FFF2-40B4-BE49-F238E27FC236}">
                <a16:creationId xmlns:a16="http://schemas.microsoft.com/office/drawing/2014/main" id="{D5ECFD86-7DB8-CA60-8D2B-B6768D22C4E9}"/>
              </a:ext>
            </a:extLst>
          </p:cNvPr>
          <p:cNvSpPr txBox="1"/>
          <p:nvPr/>
        </p:nvSpPr>
        <p:spPr>
          <a:xfrm>
            <a:off x="6948821" y="4674299"/>
            <a:ext cx="1309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50</a:t>
            </a:r>
            <a:r>
              <a:rPr lang="en-US" dirty="0"/>
              <a:t>&lt; </a:t>
            </a:r>
            <a:r>
              <a:rPr lang="en-US" sz="1400" dirty="0"/>
              <a:t>Score</a:t>
            </a:r>
            <a:r>
              <a:rPr lang="en-US" dirty="0"/>
              <a:t>&lt;</a:t>
            </a:r>
            <a:r>
              <a:rPr lang="en-US" sz="1400" dirty="0"/>
              <a:t>75</a:t>
            </a:r>
          </a:p>
        </p:txBody>
      </p:sp>
      <p:sp>
        <p:nvSpPr>
          <p:cNvPr id="107" name="กล่องข้อความ 106">
            <a:extLst>
              <a:ext uri="{FF2B5EF4-FFF2-40B4-BE49-F238E27FC236}">
                <a16:creationId xmlns:a16="http://schemas.microsoft.com/office/drawing/2014/main" id="{2BA97A2B-C287-3A50-6169-232134BBD88C}"/>
              </a:ext>
            </a:extLst>
          </p:cNvPr>
          <p:cNvSpPr txBox="1"/>
          <p:nvPr/>
        </p:nvSpPr>
        <p:spPr>
          <a:xfrm>
            <a:off x="7865806" y="707923"/>
            <a:ext cx="239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If(A2&lt;=50,”</a:t>
            </a:r>
            <a:r>
              <a:rPr lang="th-TH" dirty="0"/>
              <a:t>ไม่ผ่าน</a:t>
            </a:r>
            <a:r>
              <a:rPr lang="en-US" dirty="0"/>
              <a:t>”,</a:t>
            </a:r>
            <a:r>
              <a:rPr lang="th-TH" dirty="0"/>
              <a:t>ดีเลิศ</a:t>
            </a:r>
            <a:r>
              <a:rPr lang="en-US" dirty="0"/>
              <a:t>”)</a:t>
            </a:r>
          </a:p>
        </p:txBody>
      </p:sp>
      <p:cxnSp>
        <p:nvCxnSpPr>
          <p:cNvPr id="12" name="ตัวเชื่อมต่อ: หักมุม 11">
            <a:extLst>
              <a:ext uri="{FF2B5EF4-FFF2-40B4-BE49-F238E27FC236}">
                <a16:creationId xmlns:a16="http://schemas.microsoft.com/office/drawing/2014/main" id="{28FE447B-B290-0A5C-76FC-05AB774CDBB6}"/>
              </a:ext>
            </a:extLst>
          </p:cNvPr>
          <p:cNvCxnSpPr>
            <a:cxnSpLocks/>
            <a:stCxn id="5" idx="3"/>
            <a:endCxn id="86" idx="3"/>
          </p:cNvCxnSpPr>
          <p:nvPr/>
        </p:nvCxnSpPr>
        <p:spPr>
          <a:xfrm>
            <a:off x="6978445" y="1705897"/>
            <a:ext cx="71282" cy="4635069"/>
          </a:xfrm>
          <a:prstGeom prst="bentConnector3">
            <a:avLst>
              <a:gd name="adj1" fmla="val 63656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ตัวเชื่อมต่อตรง 26">
            <a:extLst>
              <a:ext uri="{FF2B5EF4-FFF2-40B4-BE49-F238E27FC236}">
                <a16:creationId xmlns:a16="http://schemas.microsoft.com/office/drawing/2014/main" id="{B482E140-6F2C-B18F-36E8-865DBAD4B599}"/>
              </a:ext>
            </a:extLst>
          </p:cNvPr>
          <p:cNvCxnSpPr>
            <a:stCxn id="57" idx="3"/>
          </p:cNvCxnSpPr>
          <p:nvPr/>
        </p:nvCxnSpPr>
        <p:spPr>
          <a:xfrm>
            <a:off x="9665108" y="2526717"/>
            <a:ext cx="1858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ตัวเชื่อมต่อตรง 28">
            <a:extLst>
              <a:ext uri="{FF2B5EF4-FFF2-40B4-BE49-F238E27FC236}">
                <a16:creationId xmlns:a16="http://schemas.microsoft.com/office/drawing/2014/main" id="{BD216EF0-C1EC-2A89-BDD8-29B991ACB043}"/>
              </a:ext>
            </a:extLst>
          </p:cNvPr>
          <p:cNvCxnSpPr>
            <a:stCxn id="61" idx="3"/>
          </p:cNvCxnSpPr>
          <p:nvPr/>
        </p:nvCxnSpPr>
        <p:spPr>
          <a:xfrm>
            <a:off x="9665107" y="3354324"/>
            <a:ext cx="18582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ตัวเชื่อมต่อตรง 34">
            <a:extLst>
              <a:ext uri="{FF2B5EF4-FFF2-40B4-BE49-F238E27FC236}">
                <a16:creationId xmlns:a16="http://schemas.microsoft.com/office/drawing/2014/main" id="{E3CBB014-6E8E-2BA7-503E-E27E653819E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10156720" y="4182356"/>
            <a:ext cx="1366686" cy="175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ตัวเชื่อมต่อตรง 37">
            <a:extLst>
              <a:ext uri="{FF2B5EF4-FFF2-40B4-BE49-F238E27FC236}">
                <a16:creationId xmlns:a16="http://schemas.microsoft.com/office/drawing/2014/main" id="{4DDE50CA-C437-8141-D6F4-029AB4A5598B}"/>
              </a:ext>
            </a:extLst>
          </p:cNvPr>
          <p:cNvCxnSpPr>
            <a:stCxn id="72" idx="3"/>
          </p:cNvCxnSpPr>
          <p:nvPr/>
        </p:nvCxnSpPr>
        <p:spPr>
          <a:xfrm flipV="1">
            <a:off x="10805653" y="5110735"/>
            <a:ext cx="71775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28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5C8E7C5-C395-66CA-0820-A25D54BAA037}"/>
              </a:ext>
            </a:extLst>
          </p:cNvPr>
          <p:cNvSpPr/>
          <p:nvPr/>
        </p:nvSpPr>
        <p:spPr>
          <a:xfrm>
            <a:off x="1317521" y="1946786"/>
            <a:ext cx="1288027" cy="6784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จังหวัด</a:t>
            </a:r>
            <a:endParaRPr lang="en-US" dirty="0"/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9AB1D454-CAEA-3F72-C4EA-3EE5FCC49D2E}"/>
              </a:ext>
            </a:extLst>
          </p:cNvPr>
          <p:cNvSpPr/>
          <p:nvPr/>
        </p:nvSpPr>
        <p:spPr>
          <a:xfrm>
            <a:off x="914399" y="255639"/>
            <a:ext cx="1759975" cy="8062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รหัสจังหวัด</a:t>
            </a:r>
            <a:endParaRPr lang="en-US" dirty="0"/>
          </a:p>
        </p:txBody>
      </p:sp>
      <p:sp>
        <p:nvSpPr>
          <p:cNvPr id="7" name="วงรี 6">
            <a:extLst>
              <a:ext uri="{FF2B5EF4-FFF2-40B4-BE49-F238E27FC236}">
                <a16:creationId xmlns:a16="http://schemas.microsoft.com/office/drawing/2014/main" id="{052E0AA8-D96A-8B95-278A-3870DE5F6AD4}"/>
              </a:ext>
            </a:extLst>
          </p:cNvPr>
          <p:cNvSpPr/>
          <p:nvPr/>
        </p:nvSpPr>
        <p:spPr>
          <a:xfrm>
            <a:off x="3608439" y="737418"/>
            <a:ext cx="1759975" cy="8062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</p:txBody>
      </p:sp>
      <p:sp>
        <p:nvSpPr>
          <p:cNvPr id="8" name="วงรี 7">
            <a:extLst>
              <a:ext uri="{FF2B5EF4-FFF2-40B4-BE49-F238E27FC236}">
                <a16:creationId xmlns:a16="http://schemas.microsoft.com/office/drawing/2014/main" id="{A06E4AD3-6D53-4BB7-B759-D0CDFCEA14E5}"/>
              </a:ext>
            </a:extLst>
          </p:cNvPr>
          <p:cNvSpPr/>
          <p:nvPr/>
        </p:nvSpPr>
        <p:spPr>
          <a:xfrm>
            <a:off x="3785419" y="2133598"/>
            <a:ext cx="1759974" cy="8062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1E48AE8B-67AD-1B91-F630-7ADC8FA1A572}"/>
              </a:ext>
            </a:extLst>
          </p:cNvPr>
          <p:cNvSpPr/>
          <p:nvPr/>
        </p:nvSpPr>
        <p:spPr>
          <a:xfrm>
            <a:off x="6174659" y="4188545"/>
            <a:ext cx="1288024" cy="678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อำเภอ</a:t>
            </a:r>
            <a:endParaRPr lang="en-US" dirty="0"/>
          </a:p>
        </p:txBody>
      </p:sp>
      <p:sp>
        <p:nvSpPr>
          <p:cNvPr id="13" name="วงรี 12">
            <a:extLst>
              <a:ext uri="{FF2B5EF4-FFF2-40B4-BE49-F238E27FC236}">
                <a16:creationId xmlns:a16="http://schemas.microsoft.com/office/drawing/2014/main" id="{59BD1796-A9E4-D7CB-6FE2-30A220777AC2}"/>
              </a:ext>
            </a:extLst>
          </p:cNvPr>
          <p:cNvSpPr/>
          <p:nvPr/>
        </p:nvSpPr>
        <p:spPr>
          <a:xfrm>
            <a:off x="6081252" y="2590797"/>
            <a:ext cx="1759974" cy="8062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รหัสอำเภอ</a:t>
            </a:r>
            <a:endParaRPr lang="en-US" dirty="0"/>
          </a:p>
        </p:txBody>
      </p:sp>
      <p:sp>
        <p:nvSpPr>
          <p:cNvPr id="20" name="วงรี 19">
            <a:extLst>
              <a:ext uri="{FF2B5EF4-FFF2-40B4-BE49-F238E27FC236}">
                <a16:creationId xmlns:a16="http://schemas.microsoft.com/office/drawing/2014/main" id="{643C43BD-0743-2436-0F20-867CCE9B4A8F}"/>
              </a:ext>
            </a:extLst>
          </p:cNvPr>
          <p:cNvSpPr/>
          <p:nvPr/>
        </p:nvSpPr>
        <p:spPr>
          <a:xfrm>
            <a:off x="8514735" y="3387209"/>
            <a:ext cx="1759974" cy="8062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ชื่ออำเภอ</a:t>
            </a:r>
            <a:r>
              <a:rPr lang="en-US" dirty="0"/>
              <a:t>E</a:t>
            </a:r>
          </a:p>
        </p:txBody>
      </p:sp>
      <p:sp>
        <p:nvSpPr>
          <p:cNvPr id="21" name="วงรี 20">
            <a:extLst>
              <a:ext uri="{FF2B5EF4-FFF2-40B4-BE49-F238E27FC236}">
                <a16:creationId xmlns:a16="http://schemas.microsoft.com/office/drawing/2014/main" id="{259948A5-5729-A26F-07F6-9761E6D884C4}"/>
              </a:ext>
            </a:extLst>
          </p:cNvPr>
          <p:cNvSpPr/>
          <p:nvPr/>
        </p:nvSpPr>
        <p:spPr>
          <a:xfrm>
            <a:off x="8701548" y="4975120"/>
            <a:ext cx="1759974" cy="8062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รหัสจังหวัด</a:t>
            </a:r>
            <a:endParaRPr lang="en-US" dirty="0"/>
          </a:p>
        </p:txBody>
      </p:sp>
      <p:sp>
        <p:nvSpPr>
          <p:cNvPr id="22" name="แผนผังลําดับงาน: การตัดสินใจ 21">
            <a:extLst>
              <a:ext uri="{FF2B5EF4-FFF2-40B4-BE49-F238E27FC236}">
                <a16:creationId xmlns:a16="http://schemas.microsoft.com/office/drawing/2014/main" id="{744E6D6E-4B43-FF3E-6F5B-1422AA8CDFEC}"/>
              </a:ext>
            </a:extLst>
          </p:cNvPr>
          <p:cNvSpPr/>
          <p:nvPr/>
        </p:nvSpPr>
        <p:spPr>
          <a:xfrm>
            <a:off x="2871019" y="4050894"/>
            <a:ext cx="9144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ลูกศรเชื่อมต่อแบบตรง 23">
            <a:extLst>
              <a:ext uri="{FF2B5EF4-FFF2-40B4-BE49-F238E27FC236}">
                <a16:creationId xmlns:a16="http://schemas.microsoft.com/office/drawing/2014/main" id="{4DFE7F86-C928-4CDE-F949-76EFB9E64F51}"/>
              </a:ext>
            </a:extLst>
          </p:cNvPr>
          <p:cNvCxnSpPr>
            <a:stCxn id="2" idx="0"/>
            <a:endCxn id="6" idx="4"/>
          </p:cNvCxnSpPr>
          <p:nvPr/>
        </p:nvCxnSpPr>
        <p:spPr>
          <a:xfrm flipH="1" flipV="1">
            <a:off x="1794387" y="1061884"/>
            <a:ext cx="167148" cy="884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ลูกศรเชื่อมต่อแบบตรง 25">
            <a:extLst>
              <a:ext uri="{FF2B5EF4-FFF2-40B4-BE49-F238E27FC236}">
                <a16:creationId xmlns:a16="http://schemas.microsoft.com/office/drawing/2014/main" id="{53133EB1-3BA2-6A41-4A86-0B3AB3915424}"/>
              </a:ext>
            </a:extLst>
          </p:cNvPr>
          <p:cNvCxnSpPr>
            <a:stCxn id="2" idx="0"/>
            <a:endCxn id="7" idx="3"/>
          </p:cNvCxnSpPr>
          <p:nvPr/>
        </p:nvCxnSpPr>
        <p:spPr>
          <a:xfrm flipV="1">
            <a:off x="1961535" y="1425592"/>
            <a:ext cx="1904646" cy="521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ลูกศรเชื่อมต่อแบบตรง 27">
            <a:extLst>
              <a:ext uri="{FF2B5EF4-FFF2-40B4-BE49-F238E27FC236}">
                <a16:creationId xmlns:a16="http://schemas.microsoft.com/office/drawing/2014/main" id="{48B612F5-D909-950E-C56A-AFD14812A011}"/>
              </a:ext>
            </a:extLst>
          </p:cNvPr>
          <p:cNvCxnSpPr>
            <a:stCxn id="2" idx="3"/>
            <a:endCxn id="8" idx="2"/>
          </p:cNvCxnSpPr>
          <p:nvPr/>
        </p:nvCxnSpPr>
        <p:spPr>
          <a:xfrm>
            <a:off x="2605548" y="2286000"/>
            <a:ext cx="1179871" cy="250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ตัวเชื่อมต่อ: หักมุม 29">
            <a:extLst>
              <a:ext uri="{FF2B5EF4-FFF2-40B4-BE49-F238E27FC236}">
                <a16:creationId xmlns:a16="http://schemas.microsoft.com/office/drawing/2014/main" id="{01120998-DC3F-C5AE-2E29-F5EF1E5E2EEE}"/>
              </a:ext>
            </a:extLst>
          </p:cNvPr>
          <p:cNvCxnSpPr>
            <a:stCxn id="2" idx="2"/>
            <a:endCxn id="22" idx="0"/>
          </p:cNvCxnSpPr>
          <p:nvPr/>
        </p:nvCxnSpPr>
        <p:spPr>
          <a:xfrm rot="16200000" flipH="1">
            <a:off x="1932037" y="2654711"/>
            <a:ext cx="1425681" cy="136668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ตัวเชื่อมต่อ: หักมุม 31">
            <a:extLst>
              <a:ext uri="{FF2B5EF4-FFF2-40B4-BE49-F238E27FC236}">
                <a16:creationId xmlns:a16="http://schemas.microsoft.com/office/drawing/2014/main" id="{501B43F5-4E7E-F0A4-001E-544E2805205B}"/>
              </a:ext>
            </a:extLst>
          </p:cNvPr>
          <p:cNvCxnSpPr>
            <a:stCxn id="22" idx="3"/>
            <a:endCxn id="12" idx="1"/>
          </p:cNvCxnSpPr>
          <p:nvPr/>
        </p:nvCxnSpPr>
        <p:spPr>
          <a:xfrm>
            <a:off x="3785419" y="4357218"/>
            <a:ext cx="2389240" cy="17053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ลูกศรเชื่อมต่อแบบตรง 33">
            <a:extLst>
              <a:ext uri="{FF2B5EF4-FFF2-40B4-BE49-F238E27FC236}">
                <a16:creationId xmlns:a16="http://schemas.microsoft.com/office/drawing/2014/main" id="{59C9BD15-85C1-84B0-9F95-1814CBBAB139}"/>
              </a:ext>
            </a:extLst>
          </p:cNvPr>
          <p:cNvCxnSpPr>
            <a:stCxn id="12" idx="0"/>
            <a:endCxn id="13" idx="4"/>
          </p:cNvCxnSpPr>
          <p:nvPr/>
        </p:nvCxnSpPr>
        <p:spPr>
          <a:xfrm flipV="1">
            <a:off x="6818671" y="3397044"/>
            <a:ext cx="142568" cy="791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ลูกศรเชื่อมต่อแบบตรง 35">
            <a:extLst>
              <a:ext uri="{FF2B5EF4-FFF2-40B4-BE49-F238E27FC236}">
                <a16:creationId xmlns:a16="http://schemas.microsoft.com/office/drawing/2014/main" id="{6D353515-DF68-AE8B-D0E5-B8219246F464}"/>
              </a:ext>
            </a:extLst>
          </p:cNvPr>
          <p:cNvCxnSpPr>
            <a:stCxn id="12" idx="3"/>
            <a:endCxn id="20" idx="3"/>
          </p:cNvCxnSpPr>
          <p:nvPr/>
        </p:nvCxnSpPr>
        <p:spPr>
          <a:xfrm flipV="1">
            <a:off x="7462683" y="4075385"/>
            <a:ext cx="1309794" cy="452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ลูกศรเชื่อมต่อแบบตรง 37">
            <a:extLst>
              <a:ext uri="{FF2B5EF4-FFF2-40B4-BE49-F238E27FC236}">
                <a16:creationId xmlns:a16="http://schemas.microsoft.com/office/drawing/2014/main" id="{68DF95D4-0430-D947-3F9F-649D16EE1F76}"/>
              </a:ext>
            </a:extLst>
          </p:cNvPr>
          <p:cNvCxnSpPr>
            <a:endCxn id="21" idx="2"/>
          </p:cNvCxnSpPr>
          <p:nvPr/>
        </p:nvCxnSpPr>
        <p:spPr>
          <a:xfrm>
            <a:off x="7462683" y="4758813"/>
            <a:ext cx="1238865" cy="619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กล่องข้อความ 39">
            <a:extLst>
              <a:ext uri="{FF2B5EF4-FFF2-40B4-BE49-F238E27FC236}">
                <a16:creationId xmlns:a16="http://schemas.microsoft.com/office/drawing/2014/main" id="{C73F3287-64E9-A055-8F2F-27666149CA2C}"/>
              </a:ext>
            </a:extLst>
          </p:cNvPr>
          <p:cNvSpPr txBox="1"/>
          <p:nvPr/>
        </p:nvSpPr>
        <p:spPr>
          <a:xfrm>
            <a:off x="5575557" y="407315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1" name="กล่องข้อความ 40">
            <a:extLst>
              <a:ext uri="{FF2B5EF4-FFF2-40B4-BE49-F238E27FC236}">
                <a16:creationId xmlns:a16="http://schemas.microsoft.com/office/drawing/2014/main" id="{105F9258-25BF-B349-5B9C-90E85AA7CDC6}"/>
              </a:ext>
            </a:extLst>
          </p:cNvPr>
          <p:cNvSpPr txBox="1"/>
          <p:nvPr/>
        </p:nvSpPr>
        <p:spPr>
          <a:xfrm>
            <a:off x="2460146" y="29244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7009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5DBE4F91-CBAF-6E8E-13E6-31A5476D5BFA}"/>
              </a:ext>
            </a:extLst>
          </p:cNvPr>
          <p:cNvSpPr/>
          <p:nvPr/>
        </p:nvSpPr>
        <p:spPr>
          <a:xfrm>
            <a:off x="2035276" y="1887793"/>
            <a:ext cx="1317524" cy="7079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นักศึกษา</a:t>
            </a:r>
            <a:endParaRPr lang="en-US" sz="2000" dirty="0"/>
          </a:p>
        </p:txBody>
      </p:sp>
      <p:sp>
        <p:nvSpPr>
          <p:cNvPr id="10" name="วงรี 9">
            <a:extLst>
              <a:ext uri="{FF2B5EF4-FFF2-40B4-BE49-F238E27FC236}">
                <a16:creationId xmlns:a16="http://schemas.microsoft.com/office/drawing/2014/main" id="{039D17D6-A933-7663-AB99-1D7D09DD33E2}"/>
              </a:ext>
            </a:extLst>
          </p:cNvPr>
          <p:cNvSpPr/>
          <p:nvPr/>
        </p:nvSpPr>
        <p:spPr>
          <a:xfrm>
            <a:off x="1720645" y="639097"/>
            <a:ext cx="1759975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รหัสนศ.</a:t>
            </a:r>
            <a:endParaRPr lang="en-US" dirty="0"/>
          </a:p>
        </p:txBody>
      </p:sp>
      <p:sp>
        <p:nvSpPr>
          <p:cNvPr id="11" name="วงรี 10">
            <a:extLst>
              <a:ext uri="{FF2B5EF4-FFF2-40B4-BE49-F238E27FC236}">
                <a16:creationId xmlns:a16="http://schemas.microsoft.com/office/drawing/2014/main" id="{44E14577-4FDE-E1A2-B80B-473659BF3B89}"/>
              </a:ext>
            </a:extLst>
          </p:cNvPr>
          <p:cNvSpPr/>
          <p:nvPr/>
        </p:nvSpPr>
        <p:spPr>
          <a:xfrm>
            <a:off x="3647766" y="1140543"/>
            <a:ext cx="1759975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T</a:t>
            </a:r>
          </a:p>
        </p:txBody>
      </p:sp>
      <p:sp>
        <p:nvSpPr>
          <p:cNvPr id="12" name="วงรี 11">
            <a:extLst>
              <a:ext uri="{FF2B5EF4-FFF2-40B4-BE49-F238E27FC236}">
                <a16:creationId xmlns:a16="http://schemas.microsoft.com/office/drawing/2014/main" id="{57E7C3F4-5823-96F7-9DE5-36EE3E842543}"/>
              </a:ext>
            </a:extLst>
          </p:cNvPr>
          <p:cNvSpPr/>
          <p:nvPr/>
        </p:nvSpPr>
        <p:spPr>
          <a:xfrm>
            <a:off x="4267199" y="2290915"/>
            <a:ext cx="1759975" cy="60960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  <a:endParaRPr lang="en-US" dirty="0"/>
          </a:p>
        </p:txBody>
      </p:sp>
      <p:sp>
        <p:nvSpPr>
          <p:cNvPr id="17" name="วงรี 16">
            <a:extLst>
              <a:ext uri="{FF2B5EF4-FFF2-40B4-BE49-F238E27FC236}">
                <a16:creationId xmlns:a16="http://schemas.microsoft.com/office/drawing/2014/main" id="{57A75518-8D17-6127-885D-3D24F37DDBC3}"/>
              </a:ext>
            </a:extLst>
          </p:cNvPr>
          <p:cNvSpPr/>
          <p:nvPr/>
        </p:nvSpPr>
        <p:spPr>
          <a:xfrm>
            <a:off x="88490" y="1248697"/>
            <a:ext cx="1759976" cy="609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BEDD11C5-21F7-F664-911C-E810DA570713}"/>
              </a:ext>
            </a:extLst>
          </p:cNvPr>
          <p:cNvSpPr/>
          <p:nvPr/>
        </p:nvSpPr>
        <p:spPr>
          <a:xfrm>
            <a:off x="1450258" y="4591664"/>
            <a:ext cx="1637071" cy="511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การลงทะเบียน</a:t>
            </a:r>
            <a:endParaRPr lang="en-US" sz="2000" dirty="0"/>
          </a:p>
        </p:txBody>
      </p:sp>
      <p:sp>
        <p:nvSpPr>
          <p:cNvPr id="19" name="วงรี 18">
            <a:extLst>
              <a:ext uri="{FF2B5EF4-FFF2-40B4-BE49-F238E27FC236}">
                <a16:creationId xmlns:a16="http://schemas.microsoft.com/office/drawing/2014/main" id="{5AE0B1B2-1C5C-ED8D-4E97-1830715FBE37}"/>
              </a:ext>
            </a:extLst>
          </p:cNvPr>
          <p:cNvSpPr/>
          <p:nvPr/>
        </p:nvSpPr>
        <p:spPr>
          <a:xfrm>
            <a:off x="211396" y="3549441"/>
            <a:ext cx="182388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รหัสการลงทะเบียน</a:t>
            </a:r>
            <a:endParaRPr lang="en-US" sz="1600" dirty="0"/>
          </a:p>
        </p:txBody>
      </p:sp>
      <p:sp>
        <p:nvSpPr>
          <p:cNvPr id="20" name="วงรี 19">
            <a:extLst>
              <a:ext uri="{FF2B5EF4-FFF2-40B4-BE49-F238E27FC236}">
                <a16:creationId xmlns:a16="http://schemas.microsoft.com/office/drawing/2014/main" id="{4E01EE6E-A9F3-8733-0D7D-AF5492C417F2}"/>
              </a:ext>
            </a:extLst>
          </p:cNvPr>
          <p:cNvSpPr/>
          <p:nvPr/>
        </p:nvSpPr>
        <p:spPr>
          <a:xfrm>
            <a:off x="314632" y="5850190"/>
            <a:ext cx="1823879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  <a:endParaRPr lang="en-US" dirty="0"/>
          </a:p>
        </p:txBody>
      </p:sp>
      <p:sp>
        <p:nvSpPr>
          <p:cNvPr id="22" name="วงรี 21">
            <a:extLst>
              <a:ext uri="{FF2B5EF4-FFF2-40B4-BE49-F238E27FC236}">
                <a16:creationId xmlns:a16="http://schemas.microsoft.com/office/drawing/2014/main" id="{469B0FB0-B96E-52A5-125E-729F84E37270}"/>
              </a:ext>
            </a:extLst>
          </p:cNvPr>
          <p:cNvSpPr/>
          <p:nvPr/>
        </p:nvSpPr>
        <p:spPr>
          <a:xfrm>
            <a:off x="2735827" y="6012425"/>
            <a:ext cx="1823878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23" name="วงรี 22">
            <a:extLst>
              <a:ext uri="{FF2B5EF4-FFF2-40B4-BE49-F238E27FC236}">
                <a16:creationId xmlns:a16="http://schemas.microsoft.com/office/drawing/2014/main" id="{01B24058-A4AE-15DA-606A-00EE8CD34746}"/>
              </a:ext>
            </a:extLst>
          </p:cNvPr>
          <p:cNvSpPr/>
          <p:nvPr/>
        </p:nvSpPr>
        <p:spPr>
          <a:xfrm>
            <a:off x="5147185" y="5850188"/>
            <a:ext cx="1823877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รหัสรายวิชา</a:t>
            </a:r>
            <a:endParaRPr lang="en-US" dirty="0"/>
          </a:p>
        </p:txBody>
      </p:sp>
      <p:sp>
        <p:nvSpPr>
          <p:cNvPr id="24" name="สี่เหลี่ยมผืนผ้า 23">
            <a:extLst>
              <a:ext uri="{FF2B5EF4-FFF2-40B4-BE49-F238E27FC236}">
                <a16:creationId xmlns:a16="http://schemas.microsoft.com/office/drawing/2014/main" id="{7EDCF466-7FE3-1ECC-B8D6-B743BAC474C1}"/>
              </a:ext>
            </a:extLst>
          </p:cNvPr>
          <p:cNvSpPr/>
          <p:nvPr/>
        </p:nvSpPr>
        <p:spPr>
          <a:xfrm>
            <a:off x="7364362" y="2214716"/>
            <a:ext cx="1337188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รายวิชา</a:t>
            </a:r>
            <a:endParaRPr lang="en-US" sz="2000" dirty="0"/>
          </a:p>
        </p:txBody>
      </p:sp>
      <p:sp>
        <p:nvSpPr>
          <p:cNvPr id="25" name="วงรี 24">
            <a:extLst>
              <a:ext uri="{FF2B5EF4-FFF2-40B4-BE49-F238E27FC236}">
                <a16:creationId xmlns:a16="http://schemas.microsoft.com/office/drawing/2014/main" id="{FBD514CD-2C99-4FC2-724F-76FAE03F601E}"/>
              </a:ext>
            </a:extLst>
          </p:cNvPr>
          <p:cNvSpPr/>
          <p:nvPr/>
        </p:nvSpPr>
        <p:spPr>
          <a:xfrm>
            <a:off x="7737988" y="924228"/>
            <a:ext cx="1759975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endParaRPr lang="en-US" dirty="0"/>
          </a:p>
        </p:txBody>
      </p:sp>
      <p:sp>
        <p:nvSpPr>
          <p:cNvPr id="26" name="วงรี 25">
            <a:extLst>
              <a:ext uri="{FF2B5EF4-FFF2-40B4-BE49-F238E27FC236}">
                <a16:creationId xmlns:a16="http://schemas.microsoft.com/office/drawing/2014/main" id="{29566E27-61A8-E8BF-8CA9-35963758E68D}"/>
              </a:ext>
            </a:extLst>
          </p:cNvPr>
          <p:cNvSpPr/>
          <p:nvPr/>
        </p:nvSpPr>
        <p:spPr>
          <a:xfrm>
            <a:off x="9370144" y="1661649"/>
            <a:ext cx="1759975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r>
              <a:rPr lang="en-US" dirty="0"/>
              <a:t>T</a:t>
            </a:r>
          </a:p>
        </p:txBody>
      </p:sp>
      <p:sp>
        <p:nvSpPr>
          <p:cNvPr id="27" name="วงรี 26">
            <a:extLst>
              <a:ext uri="{FF2B5EF4-FFF2-40B4-BE49-F238E27FC236}">
                <a16:creationId xmlns:a16="http://schemas.microsoft.com/office/drawing/2014/main" id="{DD02B741-B03E-83E4-697F-BE663CEC6881}"/>
              </a:ext>
            </a:extLst>
          </p:cNvPr>
          <p:cNvSpPr/>
          <p:nvPr/>
        </p:nvSpPr>
        <p:spPr>
          <a:xfrm>
            <a:off x="9261986" y="2900516"/>
            <a:ext cx="1759975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r>
              <a:rPr lang="en-US" dirty="0"/>
              <a:t>E</a:t>
            </a:r>
          </a:p>
        </p:txBody>
      </p:sp>
      <p:sp>
        <p:nvSpPr>
          <p:cNvPr id="28" name="สี่เหลี่ยมผืนผ้า 27">
            <a:extLst>
              <a:ext uri="{FF2B5EF4-FFF2-40B4-BE49-F238E27FC236}">
                <a16:creationId xmlns:a16="http://schemas.microsoft.com/office/drawing/2014/main" id="{EF1F65F5-A8FF-15E9-FB31-179D878B3D43}"/>
              </a:ext>
            </a:extLst>
          </p:cNvPr>
          <p:cNvSpPr/>
          <p:nvPr/>
        </p:nvSpPr>
        <p:spPr>
          <a:xfrm>
            <a:off x="7895302" y="4871882"/>
            <a:ext cx="1337187" cy="685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/>
              <a:t>อาจารย์</a:t>
            </a:r>
            <a:endParaRPr lang="en-US" sz="2000" dirty="0"/>
          </a:p>
        </p:txBody>
      </p:sp>
      <p:sp>
        <p:nvSpPr>
          <p:cNvPr id="29" name="วงรี 28">
            <a:extLst>
              <a:ext uri="{FF2B5EF4-FFF2-40B4-BE49-F238E27FC236}">
                <a16:creationId xmlns:a16="http://schemas.microsoft.com/office/drawing/2014/main" id="{7EEB23FF-82DC-562C-97D5-6F4EFC8F1C79}"/>
              </a:ext>
            </a:extLst>
          </p:cNvPr>
          <p:cNvSpPr/>
          <p:nvPr/>
        </p:nvSpPr>
        <p:spPr>
          <a:xfrm>
            <a:off x="9827341" y="4694901"/>
            <a:ext cx="1759975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E</a:t>
            </a:r>
          </a:p>
        </p:txBody>
      </p:sp>
      <p:sp>
        <p:nvSpPr>
          <p:cNvPr id="30" name="วงรี 29">
            <a:extLst>
              <a:ext uri="{FF2B5EF4-FFF2-40B4-BE49-F238E27FC236}">
                <a16:creationId xmlns:a16="http://schemas.microsoft.com/office/drawing/2014/main" id="{2E479F17-B96D-FB38-75BD-8432B874AEE9}"/>
              </a:ext>
            </a:extLst>
          </p:cNvPr>
          <p:cNvSpPr/>
          <p:nvPr/>
        </p:nvSpPr>
        <p:spPr>
          <a:xfrm>
            <a:off x="7821562" y="6154989"/>
            <a:ext cx="1759975" cy="60960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31" name="วงรี 30">
            <a:extLst>
              <a:ext uri="{FF2B5EF4-FFF2-40B4-BE49-F238E27FC236}">
                <a16:creationId xmlns:a16="http://schemas.microsoft.com/office/drawing/2014/main" id="{DA92770B-24AD-07B9-CF00-A5347C704077}"/>
              </a:ext>
            </a:extLst>
          </p:cNvPr>
          <p:cNvSpPr/>
          <p:nvPr/>
        </p:nvSpPr>
        <p:spPr>
          <a:xfrm>
            <a:off x="10117393" y="6041924"/>
            <a:ext cx="1759975" cy="6096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T</a:t>
            </a:r>
          </a:p>
        </p:txBody>
      </p:sp>
      <p:cxnSp>
        <p:nvCxnSpPr>
          <p:cNvPr id="3" name="ตัวเชื่อมต่อตรง 2">
            <a:extLst>
              <a:ext uri="{FF2B5EF4-FFF2-40B4-BE49-F238E27FC236}">
                <a16:creationId xmlns:a16="http://schemas.microsoft.com/office/drawing/2014/main" id="{F6A5C8AE-340A-7B1E-A6A4-913ABED2EED1}"/>
              </a:ext>
            </a:extLst>
          </p:cNvPr>
          <p:cNvCxnSpPr>
            <a:cxnSpLocks/>
            <a:stCxn id="10" idx="3"/>
            <a:endCxn id="9" idx="0"/>
          </p:cNvCxnSpPr>
          <p:nvPr/>
        </p:nvCxnSpPr>
        <p:spPr>
          <a:xfrm>
            <a:off x="1978387" y="1159423"/>
            <a:ext cx="715651" cy="728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ตัวเชื่อมต่อตรง 5">
            <a:extLst>
              <a:ext uri="{FF2B5EF4-FFF2-40B4-BE49-F238E27FC236}">
                <a16:creationId xmlns:a16="http://schemas.microsoft.com/office/drawing/2014/main" id="{750E102E-C36E-1075-C9E4-0FDB3161EA35}"/>
              </a:ext>
            </a:extLst>
          </p:cNvPr>
          <p:cNvCxnSpPr>
            <a:stCxn id="9" idx="0"/>
            <a:endCxn id="11" idx="3"/>
          </p:cNvCxnSpPr>
          <p:nvPr/>
        </p:nvCxnSpPr>
        <p:spPr>
          <a:xfrm flipV="1">
            <a:off x="2694038" y="1660869"/>
            <a:ext cx="1211470" cy="2269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ตัวเชื่อมต่อตรง 7">
            <a:extLst>
              <a:ext uri="{FF2B5EF4-FFF2-40B4-BE49-F238E27FC236}">
                <a16:creationId xmlns:a16="http://schemas.microsoft.com/office/drawing/2014/main" id="{83FCB58C-A077-E170-96DE-FA56E4E0B478}"/>
              </a:ext>
            </a:extLst>
          </p:cNvPr>
          <p:cNvCxnSpPr>
            <a:stCxn id="9" idx="3"/>
            <a:endCxn id="12" idx="2"/>
          </p:cNvCxnSpPr>
          <p:nvPr/>
        </p:nvCxnSpPr>
        <p:spPr>
          <a:xfrm>
            <a:off x="3352800" y="2241754"/>
            <a:ext cx="914399" cy="3539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ตัวเชื่อมต่อตรง 13">
            <a:extLst>
              <a:ext uri="{FF2B5EF4-FFF2-40B4-BE49-F238E27FC236}">
                <a16:creationId xmlns:a16="http://schemas.microsoft.com/office/drawing/2014/main" id="{6F4904F0-83FB-4A48-A615-539B34F9F605}"/>
              </a:ext>
            </a:extLst>
          </p:cNvPr>
          <p:cNvCxnSpPr>
            <a:stCxn id="17" idx="4"/>
            <a:endCxn id="9" idx="1"/>
          </p:cNvCxnSpPr>
          <p:nvPr/>
        </p:nvCxnSpPr>
        <p:spPr>
          <a:xfrm>
            <a:off x="968478" y="1858294"/>
            <a:ext cx="1066798" cy="383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ข้าวหลามตัด 14">
            <a:extLst>
              <a:ext uri="{FF2B5EF4-FFF2-40B4-BE49-F238E27FC236}">
                <a16:creationId xmlns:a16="http://schemas.microsoft.com/office/drawing/2014/main" id="{4E92C9BF-5783-F7C1-D81F-175ABC09BDA1}"/>
              </a:ext>
            </a:extLst>
          </p:cNvPr>
          <p:cNvSpPr/>
          <p:nvPr/>
        </p:nvSpPr>
        <p:spPr>
          <a:xfrm>
            <a:off x="2428567" y="3297493"/>
            <a:ext cx="530942" cy="415409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ตัวเชื่อมต่อ: หักมุม 48">
            <a:extLst>
              <a:ext uri="{FF2B5EF4-FFF2-40B4-BE49-F238E27FC236}">
                <a16:creationId xmlns:a16="http://schemas.microsoft.com/office/drawing/2014/main" id="{0E2E4D42-17BF-039B-1D7E-CCA714F3A099}"/>
              </a:ext>
            </a:extLst>
          </p:cNvPr>
          <p:cNvCxnSpPr>
            <a:stCxn id="18" idx="0"/>
            <a:endCxn id="15" idx="2"/>
          </p:cNvCxnSpPr>
          <p:nvPr/>
        </p:nvCxnSpPr>
        <p:spPr>
          <a:xfrm rot="5400000" flipH="1" flipV="1">
            <a:off x="2042035" y="3939661"/>
            <a:ext cx="878762" cy="42524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ตัวเชื่อมต่อ: หักมุม 52">
            <a:extLst>
              <a:ext uri="{FF2B5EF4-FFF2-40B4-BE49-F238E27FC236}">
                <a16:creationId xmlns:a16="http://schemas.microsoft.com/office/drawing/2014/main" id="{2DCF8110-2218-EDB5-25E8-F4F9058C1072}"/>
              </a:ext>
            </a:extLst>
          </p:cNvPr>
          <p:cNvCxnSpPr>
            <a:stCxn id="15" idx="0"/>
          </p:cNvCxnSpPr>
          <p:nvPr/>
        </p:nvCxnSpPr>
        <p:spPr>
          <a:xfrm rot="5400000" flipH="1" flipV="1">
            <a:off x="2475884" y="2813869"/>
            <a:ext cx="701778" cy="26547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ตัวเชื่อมต่อ: หักมุม 63">
            <a:extLst>
              <a:ext uri="{FF2B5EF4-FFF2-40B4-BE49-F238E27FC236}">
                <a16:creationId xmlns:a16="http://schemas.microsoft.com/office/drawing/2014/main" id="{8AF83537-9FC7-76D2-3B3B-FE577AE8B719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747252" y="4159041"/>
            <a:ext cx="703007" cy="688262"/>
          </a:xfrm>
          <a:prstGeom prst="bentConnector3">
            <a:avLst>
              <a:gd name="adj1" fmla="val 9895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ตัวเชื่อมต่อ: หักมุม 67">
            <a:extLst>
              <a:ext uri="{FF2B5EF4-FFF2-40B4-BE49-F238E27FC236}">
                <a16:creationId xmlns:a16="http://schemas.microsoft.com/office/drawing/2014/main" id="{EAE76A73-9254-D562-F761-05E6CF572C03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rot="16200000" flipH="1">
            <a:off x="2503539" y="4868197"/>
            <a:ext cx="909483" cy="137897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ตัวเชื่อมต่อ: หักมุม 75">
            <a:extLst>
              <a:ext uri="{FF2B5EF4-FFF2-40B4-BE49-F238E27FC236}">
                <a16:creationId xmlns:a16="http://schemas.microsoft.com/office/drawing/2014/main" id="{ECBEB939-30DC-7CE4-82A4-3754DE637D02}"/>
              </a:ext>
            </a:extLst>
          </p:cNvPr>
          <p:cNvCxnSpPr>
            <a:endCxn id="20" idx="0"/>
          </p:cNvCxnSpPr>
          <p:nvPr/>
        </p:nvCxnSpPr>
        <p:spPr>
          <a:xfrm rot="10800000" flipV="1">
            <a:off x="1226573" y="5304502"/>
            <a:ext cx="1042221" cy="54568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ตัวเชื่อมต่อ: หักมุม 77">
            <a:extLst>
              <a:ext uri="{FF2B5EF4-FFF2-40B4-BE49-F238E27FC236}">
                <a16:creationId xmlns:a16="http://schemas.microsoft.com/office/drawing/2014/main" id="{91508F0B-0ABE-84FD-7F83-80CA3549A05E}"/>
              </a:ext>
            </a:extLst>
          </p:cNvPr>
          <p:cNvCxnSpPr>
            <a:endCxn id="23" idx="0"/>
          </p:cNvCxnSpPr>
          <p:nvPr/>
        </p:nvCxnSpPr>
        <p:spPr>
          <a:xfrm>
            <a:off x="2268793" y="5447071"/>
            <a:ext cx="3790331" cy="4031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ข้าวหลามตัด 80">
            <a:extLst>
              <a:ext uri="{FF2B5EF4-FFF2-40B4-BE49-F238E27FC236}">
                <a16:creationId xmlns:a16="http://schemas.microsoft.com/office/drawing/2014/main" id="{2BCC9114-64B0-56D2-92B0-1592CD6D1C26}"/>
              </a:ext>
            </a:extLst>
          </p:cNvPr>
          <p:cNvSpPr/>
          <p:nvPr/>
        </p:nvSpPr>
        <p:spPr>
          <a:xfrm>
            <a:off x="5941141" y="4422060"/>
            <a:ext cx="530942" cy="415409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ตัวเชื่อมต่อ: หักมุม 84">
            <a:extLst>
              <a:ext uri="{FF2B5EF4-FFF2-40B4-BE49-F238E27FC236}">
                <a16:creationId xmlns:a16="http://schemas.microsoft.com/office/drawing/2014/main" id="{8FDE0071-897D-016E-B6BE-81A258F4B292}"/>
              </a:ext>
            </a:extLst>
          </p:cNvPr>
          <p:cNvCxnSpPr>
            <a:stCxn id="81" idx="3"/>
            <a:endCxn id="28" idx="0"/>
          </p:cNvCxnSpPr>
          <p:nvPr/>
        </p:nvCxnSpPr>
        <p:spPr>
          <a:xfrm>
            <a:off x="6472083" y="4629765"/>
            <a:ext cx="2091813" cy="2421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ตัวเชื่อมต่อ: หักมุม 86">
            <a:extLst>
              <a:ext uri="{FF2B5EF4-FFF2-40B4-BE49-F238E27FC236}">
                <a16:creationId xmlns:a16="http://schemas.microsoft.com/office/drawing/2014/main" id="{59E753DA-3C19-D101-64CF-7AD1FA82A568}"/>
              </a:ext>
            </a:extLst>
          </p:cNvPr>
          <p:cNvCxnSpPr>
            <a:endCxn id="81" idx="0"/>
          </p:cNvCxnSpPr>
          <p:nvPr/>
        </p:nvCxnSpPr>
        <p:spPr>
          <a:xfrm flipV="1">
            <a:off x="3087329" y="4422060"/>
            <a:ext cx="3119283" cy="196641"/>
          </a:xfrm>
          <a:prstGeom prst="bentConnector4">
            <a:avLst>
              <a:gd name="adj1" fmla="val 45745"/>
              <a:gd name="adj2" fmla="val 21625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ตัวเชื่อมต่อตรง 93">
            <a:extLst>
              <a:ext uri="{FF2B5EF4-FFF2-40B4-BE49-F238E27FC236}">
                <a16:creationId xmlns:a16="http://schemas.microsoft.com/office/drawing/2014/main" id="{C2542A3D-D3D8-AA9D-1CE1-652B47E8E9FF}"/>
              </a:ext>
            </a:extLst>
          </p:cNvPr>
          <p:cNvCxnSpPr>
            <a:stCxn id="28" idx="2"/>
          </p:cNvCxnSpPr>
          <p:nvPr/>
        </p:nvCxnSpPr>
        <p:spPr>
          <a:xfrm flipH="1">
            <a:off x="8563895" y="5557683"/>
            <a:ext cx="1" cy="597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ตัวเชื่อมต่อตรง 95">
            <a:extLst>
              <a:ext uri="{FF2B5EF4-FFF2-40B4-BE49-F238E27FC236}">
                <a16:creationId xmlns:a16="http://schemas.microsoft.com/office/drawing/2014/main" id="{0AACE29B-61EF-2B95-5FB5-12BBE12CCF78}"/>
              </a:ext>
            </a:extLst>
          </p:cNvPr>
          <p:cNvCxnSpPr>
            <a:stCxn id="28" idx="3"/>
            <a:endCxn id="29" idx="2"/>
          </p:cNvCxnSpPr>
          <p:nvPr/>
        </p:nvCxnSpPr>
        <p:spPr>
          <a:xfrm flipV="1">
            <a:off x="9232489" y="4999702"/>
            <a:ext cx="594852" cy="215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ตัวเชื่อมต่อตรง 97">
            <a:extLst>
              <a:ext uri="{FF2B5EF4-FFF2-40B4-BE49-F238E27FC236}">
                <a16:creationId xmlns:a16="http://schemas.microsoft.com/office/drawing/2014/main" id="{A92DDC44-DDE3-2A69-81B7-3DD73A0100FD}"/>
              </a:ext>
            </a:extLst>
          </p:cNvPr>
          <p:cNvCxnSpPr>
            <a:endCxn id="31" idx="1"/>
          </p:cNvCxnSpPr>
          <p:nvPr/>
        </p:nvCxnSpPr>
        <p:spPr>
          <a:xfrm>
            <a:off x="9104671" y="5557683"/>
            <a:ext cx="1270464" cy="573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ข้าวหลามตัด 99">
            <a:extLst>
              <a:ext uri="{FF2B5EF4-FFF2-40B4-BE49-F238E27FC236}">
                <a16:creationId xmlns:a16="http://schemas.microsoft.com/office/drawing/2014/main" id="{AAFC3D24-0880-E2A3-6E0F-B2F209ACBF1B}"/>
              </a:ext>
            </a:extLst>
          </p:cNvPr>
          <p:cNvSpPr/>
          <p:nvPr/>
        </p:nvSpPr>
        <p:spPr>
          <a:xfrm>
            <a:off x="4616243" y="3438832"/>
            <a:ext cx="530942" cy="415409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4" name="ตัวเชื่อมต่อ: หักมุม 103">
            <a:extLst>
              <a:ext uri="{FF2B5EF4-FFF2-40B4-BE49-F238E27FC236}">
                <a16:creationId xmlns:a16="http://schemas.microsoft.com/office/drawing/2014/main" id="{7B652149-EF11-5F8A-3AE3-4563100D9AB1}"/>
              </a:ext>
            </a:extLst>
          </p:cNvPr>
          <p:cNvCxnSpPr>
            <a:endCxn id="100" idx="1"/>
          </p:cNvCxnSpPr>
          <p:nvPr/>
        </p:nvCxnSpPr>
        <p:spPr>
          <a:xfrm flipV="1">
            <a:off x="3647766" y="3646537"/>
            <a:ext cx="968477" cy="945127"/>
          </a:xfrm>
          <a:prstGeom prst="bentConnector3">
            <a:avLst>
              <a:gd name="adj1" fmla="val 25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ตัวเชื่อมต่อ: หักมุม 108">
            <a:extLst>
              <a:ext uri="{FF2B5EF4-FFF2-40B4-BE49-F238E27FC236}">
                <a16:creationId xmlns:a16="http://schemas.microsoft.com/office/drawing/2014/main" id="{E5016348-FACA-9229-B0C6-0C552441FE60}"/>
              </a:ext>
            </a:extLst>
          </p:cNvPr>
          <p:cNvCxnSpPr>
            <a:cxnSpLocks/>
            <a:stCxn id="100" idx="3"/>
            <a:endCxn id="24" idx="1"/>
          </p:cNvCxnSpPr>
          <p:nvPr/>
        </p:nvCxnSpPr>
        <p:spPr>
          <a:xfrm flipV="1">
            <a:off x="5147185" y="2557616"/>
            <a:ext cx="2217177" cy="108892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ตัวเชื่อมต่อตรง 114">
            <a:extLst>
              <a:ext uri="{FF2B5EF4-FFF2-40B4-BE49-F238E27FC236}">
                <a16:creationId xmlns:a16="http://schemas.microsoft.com/office/drawing/2014/main" id="{5FD11F74-67E3-9913-8F51-52956549884B}"/>
              </a:ext>
            </a:extLst>
          </p:cNvPr>
          <p:cNvCxnSpPr>
            <a:endCxn id="24" idx="0"/>
          </p:cNvCxnSpPr>
          <p:nvPr/>
        </p:nvCxnSpPr>
        <p:spPr>
          <a:xfrm flipH="1">
            <a:off x="8032956" y="1523608"/>
            <a:ext cx="353960" cy="691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ตัวเชื่อมต่อตรง 116">
            <a:extLst>
              <a:ext uri="{FF2B5EF4-FFF2-40B4-BE49-F238E27FC236}">
                <a16:creationId xmlns:a16="http://schemas.microsoft.com/office/drawing/2014/main" id="{0E1C8CCB-5022-D0E6-DC87-BBE9EC632BC8}"/>
              </a:ext>
            </a:extLst>
          </p:cNvPr>
          <p:cNvCxnSpPr>
            <a:stCxn id="24" idx="3"/>
          </p:cNvCxnSpPr>
          <p:nvPr/>
        </p:nvCxnSpPr>
        <p:spPr>
          <a:xfrm flipV="1">
            <a:off x="8701550" y="2163095"/>
            <a:ext cx="879987" cy="3945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ตัวเชื่อมต่อตรง 118">
            <a:extLst>
              <a:ext uri="{FF2B5EF4-FFF2-40B4-BE49-F238E27FC236}">
                <a16:creationId xmlns:a16="http://schemas.microsoft.com/office/drawing/2014/main" id="{700B879C-8C88-61DB-AE04-DA80B0FBE731}"/>
              </a:ext>
            </a:extLst>
          </p:cNvPr>
          <p:cNvCxnSpPr>
            <a:stCxn id="24" idx="2"/>
            <a:endCxn id="27" idx="2"/>
          </p:cNvCxnSpPr>
          <p:nvPr/>
        </p:nvCxnSpPr>
        <p:spPr>
          <a:xfrm>
            <a:off x="8032956" y="2900516"/>
            <a:ext cx="1229030" cy="304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กล่องข้อความ 119">
            <a:extLst>
              <a:ext uri="{FF2B5EF4-FFF2-40B4-BE49-F238E27FC236}">
                <a16:creationId xmlns:a16="http://schemas.microsoft.com/office/drawing/2014/main" id="{D258FBE9-FCB5-42D3-0850-A3DCB6A696B8}"/>
              </a:ext>
            </a:extLst>
          </p:cNvPr>
          <p:cNvSpPr txBox="1"/>
          <p:nvPr/>
        </p:nvSpPr>
        <p:spPr>
          <a:xfrm>
            <a:off x="2942953" y="258403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1" name="กล่องข้อความ 120">
            <a:extLst>
              <a:ext uri="{FF2B5EF4-FFF2-40B4-BE49-F238E27FC236}">
                <a16:creationId xmlns:a16="http://schemas.microsoft.com/office/drawing/2014/main" id="{34852CC0-AC94-0BC9-9E26-909BBF328AD7}"/>
              </a:ext>
            </a:extLst>
          </p:cNvPr>
          <p:cNvSpPr txBox="1"/>
          <p:nvPr/>
        </p:nvSpPr>
        <p:spPr>
          <a:xfrm>
            <a:off x="2349553" y="3814606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2" name="กล่องข้อความ 121">
            <a:extLst>
              <a:ext uri="{FF2B5EF4-FFF2-40B4-BE49-F238E27FC236}">
                <a16:creationId xmlns:a16="http://schemas.microsoft.com/office/drawing/2014/main" id="{7B581B1C-4348-7B92-687A-35A450F57CD7}"/>
              </a:ext>
            </a:extLst>
          </p:cNvPr>
          <p:cNvSpPr txBox="1"/>
          <p:nvPr/>
        </p:nvSpPr>
        <p:spPr>
          <a:xfrm>
            <a:off x="3313112" y="3814606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3" name="กล่องข้อความ 122">
            <a:extLst>
              <a:ext uri="{FF2B5EF4-FFF2-40B4-BE49-F238E27FC236}">
                <a16:creationId xmlns:a16="http://schemas.microsoft.com/office/drawing/2014/main" id="{82FA5EDF-6AFB-DD2E-BE3E-69DCDE0074F9}"/>
              </a:ext>
            </a:extLst>
          </p:cNvPr>
          <p:cNvSpPr txBox="1"/>
          <p:nvPr/>
        </p:nvSpPr>
        <p:spPr>
          <a:xfrm>
            <a:off x="4093113" y="4195302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4" name="กล่องข้อความ 123">
            <a:extLst>
              <a:ext uri="{FF2B5EF4-FFF2-40B4-BE49-F238E27FC236}">
                <a16:creationId xmlns:a16="http://schemas.microsoft.com/office/drawing/2014/main" id="{E91E6159-4239-28FA-D427-293CB5E5CE89}"/>
              </a:ext>
            </a:extLst>
          </p:cNvPr>
          <p:cNvSpPr txBox="1"/>
          <p:nvPr/>
        </p:nvSpPr>
        <p:spPr>
          <a:xfrm>
            <a:off x="6892414" y="2189513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5" name="กล่องข้อความ 124">
            <a:extLst>
              <a:ext uri="{FF2B5EF4-FFF2-40B4-BE49-F238E27FC236}">
                <a16:creationId xmlns:a16="http://schemas.microsoft.com/office/drawing/2014/main" id="{D928446F-051C-DCA2-FB0C-CFDC96BAE856}"/>
              </a:ext>
            </a:extLst>
          </p:cNvPr>
          <p:cNvSpPr txBox="1"/>
          <p:nvPr/>
        </p:nvSpPr>
        <p:spPr>
          <a:xfrm>
            <a:off x="8701549" y="4510235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73233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6B1BB00-0116-D84C-131E-27ABC7B4B7D1}"/>
              </a:ext>
            </a:extLst>
          </p:cNvPr>
          <p:cNvSpPr/>
          <p:nvPr/>
        </p:nvSpPr>
        <p:spPr>
          <a:xfrm>
            <a:off x="2841520" y="2231923"/>
            <a:ext cx="1504337" cy="7275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3" name="วงรี 2">
            <a:extLst>
              <a:ext uri="{FF2B5EF4-FFF2-40B4-BE49-F238E27FC236}">
                <a16:creationId xmlns:a16="http://schemas.microsoft.com/office/drawing/2014/main" id="{8B7FEF76-4133-37C0-DB00-3C43A04677B9}"/>
              </a:ext>
            </a:extLst>
          </p:cNvPr>
          <p:cNvSpPr/>
          <p:nvPr/>
        </p:nvSpPr>
        <p:spPr>
          <a:xfrm>
            <a:off x="698090" y="924233"/>
            <a:ext cx="1828800" cy="7865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sp>
        <p:nvSpPr>
          <p:cNvPr id="4" name="วงรี 3">
            <a:extLst>
              <a:ext uri="{FF2B5EF4-FFF2-40B4-BE49-F238E27FC236}">
                <a16:creationId xmlns:a16="http://schemas.microsoft.com/office/drawing/2014/main" id="{1449C99C-C413-A5C8-575B-637774C7D459}"/>
              </a:ext>
            </a:extLst>
          </p:cNvPr>
          <p:cNvSpPr/>
          <p:nvPr/>
        </p:nvSpPr>
        <p:spPr>
          <a:xfrm>
            <a:off x="3431457" y="255637"/>
            <a:ext cx="1828800" cy="7865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รหัสนศ.</a:t>
            </a:r>
            <a:endParaRPr lang="en-US" dirty="0"/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D3D45DB3-D52E-13FB-7D2D-6F11AB776337}"/>
              </a:ext>
            </a:extLst>
          </p:cNvPr>
          <p:cNvSpPr/>
          <p:nvPr/>
        </p:nvSpPr>
        <p:spPr>
          <a:xfrm>
            <a:off x="5506064" y="1042218"/>
            <a:ext cx="1828799" cy="78658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T</a:t>
            </a:r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AB091F94-6F50-EDF0-89A6-5ED86D575367}"/>
              </a:ext>
            </a:extLst>
          </p:cNvPr>
          <p:cNvSpPr/>
          <p:nvPr/>
        </p:nvSpPr>
        <p:spPr>
          <a:xfrm>
            <a:off x="5181600" y="2517057"/>
            <a:ext cx="1917290" cy="7865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  <a:endParaRPr lang="en-US" dirty="0"/>
          </a:p>
        </p:txBody>
      </p:sp>
      <p:cxnSp>
        <p:nvCxnSpPr>
          <p:cNvPr id="8" name="ลูกศรเชื่อมต่อแบบตรง 7">
            <a:extLst>
              <a:ext uri="{FF2B5EF4-FFF2-40B4-BE49-F238E27FC236}">
                <a16:creationId xmlns:a16="http://schemas.microsoft.com/office/drawing/2014/main" id="{A9A63043-B086-F2B3-AB05-B188D3B30BA9}"/>
              </a:ext>
            </a:extLst>
          </p:cNvPr>
          <p:cNvCxnSpPr>
            <a:stCxn id="2" idx="1"/>
          </p:cNvCxnSpPr>
          <p:nvPr/>
        </p:nvCxnSpPr>
        <p:spPr>
          <a:xfrm flipH="1" flipV="1">
            <a:off x="1848465" y="1710813"/>
            <a:ext cx="993055" cy="884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ลูกศรเชื่อมต่อแบบตรง 9">
            <a:extLst>
              <a:ext uri="{FF2B5EF4-FFF2-40B4-BE49-F238E27FC236}">
                <a16:creationId xmlns:a16="http://schemas.microsoft.com/office/drawing/2014/main" id="{D643B319-2A9A-3D43-B97A-0C5971776504}"/>
              </a:ext>
            </a:extLst>
          </p:cNvPr>
          <p:cNvCxnSpPr>
            <a:stCxn id="2" idx="0"/>
            <a:endCxn id="4" idx="4"/>
          </p:cNvCxnSpPr>
          <p:nvPr/>
        </p:nvCxnSpPr>
        <p:spPr>
          <a:xfrm flipV="1">
            <a:off x="3593689" y="1042218"/>
            <a:ext cx="752168" cy="1189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145D1E29-3BA7-2D1B-3E2F-F09CD9988FA5}"/>
              </a:ext>
            </a:extLst>
          </p:cNvPr>
          <p:cNvCxnSpPr>
            <a:cxnSpLocks/>
            <a:stCxn id="2" idx="0"/>
            <a:endCxn id="5" idx="3"/>
          </p:cNvCxnSpPr>
          <p:nvPr/>
        </p:nvCxnSpPr>
        <p:spPr>
          <a:xfrm flipV="1">
            <a:off x="3593689" y="1713607"/>
            <a:ext cx="2180196" cy="518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BF94695A-66DC-0926-7F19-DD7CAD35837C}"/>
              </a:ext>
            </a:extLst>
          </p:cNvPr>
          <p:cNvCxnSpPr>
            <a:stCxn id="2" idx="3"/>
            <a:endCxn id="6" idx="2"/>
          </p:cNvCxnSpPr>
          <p:nvPr/>
        </p:nvCxnSpPr>
        <p:spPr>
          <a:xfrm>
            <a:off x="4345857" y="2595716"/>
            <a:ext cx="835743" cy="31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3EBD0A73-BB3F-C512-E223-B6CB892382B7}"/>
              </a:ext>
            </a:extLst>
          </p:cNvPr>
          <p:cNvSpPr txBox="1"/>
          <p:nvPr/>
        </p:nvSpPr>
        <p:spPr>
          <a:xfrm>
            <a:off x="2271524" y="4149214"/>
            <a:ext cx="646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                             Data type                   length                 Description</a:t>
            </a:r>
          </a:p>
          <a:p>
            <a:endParaRPr lang="en-US" dirty="0"/>
          </a:p>
          <a:p>
            <a:r>
              <a:rPr lang="th-TH" dirty="0"/>
              <a:t>รหัสนักศึกษา                         </a:t>
            </a:r>
            <a:r>
              <a:rPr lang="en-US" dirty="0"/>
              <a:t>long integer              10                          Primary key</a:t>
            </a:r>
          </a:p>
          <a:p>
            <a:r>
              <a:rPr lang="th-TH" dirty="0"/>
              <a:t>ชื่อ-สกุล                                  </a:t>
            </a:r>
            <a:r>
              <a:rPr lang="en-US" dirty="0"/>
              <a:t>Text                              50</a:t>
            </a:r>
          </a:p>
          <a:p>
            <a:r>
              <a:rPr lang="en-US" dirty="0"/>
              <a:t>Tel                                     text                             10</a:t>
            </a:r>
          </a:p>
          <a:p>
            <a:r>
              <a:rPr lang="en-US" dirty="0"/>
              <a:t>Subject                            int                               6   </a:t>
            </a:r>
          </a:p>
        </p:txBody>
      </p:sp>
      <p:cxnSp>
        <p:nvCxnSpPr>
          <p:cNvPr id="17" name="ตัวเชื่อมต่อตรง 16">
            <a:extLst>
              <a:ext uri="{FF2B5EF4-FFF2-40B4-BE49-F238E27FC236}">
                <a16:creationId xmlns:a16="http://schemas.microsoft.com/office/drawing/2014/main" id="{A3CF46F5-6CF7-1BB1-CB87-9263CEE9D417}"/>
              </a:ext>
            </a:extLst>
          </p:cNvPr>
          <p:cNvCxnSpPr/>
          <p:nvPr/>
        </p:nvCxnSpPr>
        <p:spPr>
          <a:xfrm>
            <a:off x="2182761" y="4542503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ตัวเชื่อมต่อตรง 18">
            <a:extLst>
              <a:ext uri="{FF2B5EF4-FFF2-40B4-BE49-F238E27FC236}">
                <a16:creationId xmlns:a16="http://schemas.microsoft.com/office/drawing/2014/main" id="{A51F25DA-F394-EABE-C322-AD8E1E3C3645}"/>
              </a:ext>
            </a:extLst>
          </p:cNvPr>
          <p:cNvCxnSpPr/>
          <p:nvPr/>
        </p:nvCxnSpPr>
        <p:spPr>
          <a:xfrm>
            <a:off x="2182761" y="4060723"/>
            <a:ext cx="0" cy="2084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DA7D687E-A52D-2C2B-9684-1D179BC300B7}"/>
              </a:ext>
            </a:extLst>
          </p:cNvPr>
          <p:cNvCxnSpPr/>
          <p:nvPr/>
        </p:nvCxnSpPr>
        <p:spPr>
          <a:xfrm>
            <a:off x="2182761" y="4060723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00B24883-58DE-1BBB-5CB9-1163A5C3D8C7}"/>
              </a:ext>
            </a:extLst>
          </p:cNvPr>
          <p:cNvCxnSpPr/>
          <p:nvPr/>
        </p:nvCxnSpPr>
        <p:spPr>
          <a:xfrm>
            <a:off x="8829368" y="4060723"/>
            <a:ext cx="0" cy="2084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ตัวเชื่อมต่อตรง 24">
            <a:extLst>
              <a:ext uri="{FF2B5EF4-FFF2-40B4-BE49-F238E27FC236}">
                <a16:creationId xmlns:a16="http://schemas.microsoft.com/office/drawing/2014/main" id="{D91A2C52-601C-2A97-76ED-056F3380015E}"/>
              </a:ext>
            </a:extLst>
          </p:cNvPr>
          <p:cNvCxnSpPr/>
          <p:nvPr/>
        </p:nvCxnSpPr>
        <p:spPr>
          <a:xfrm>
            <a:off x="2182761" y="6145162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ตัวเชื่อมต่อตรง 31">
            <a:extLst>
              <a:ext uri="{FF2B5EF4-FFF2-40B4-BE49-F238E27FC236}">
                <a16:creationId xmlns:a16="http://schemas.microsoft.com/office/drawing/2014/main" id="{B1CDA884-CDA5-3895-83F0-AE31FA4FECFB}"/>
              </a:ext>
            </a:extLst>
          </p:cNvPr>
          <p:cNvCxnSpPr/>
          <p:nvPr/>
        </p:nvCxnSpPr>
        <p:spPr>
          <a:xfrm>
            <a:off x="3593688" y="4060723"/>
            <a:ext cx="0" cy="2084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ตัวเชื่อมต่อตรง 33">
            <a:extLst>
              <a:ext uri="{FF2B5EF4-FFF2-40B4-BE49-F238E27FC236}">
                <a16:creationId xmlns:a16="http://schemas.microsoft.com/office/drawing/2014/main" id="{4A4E4052-4E33-FF05-ACE9-16610DB4CF55}"/>
              </a:ext>
            </a:extLst>
          </p:cNvPr>
          <p:cNvCxnSpPr>
            <a:cxnSpLocks/>
          </p:cNvCxnSpPr>
          <p:nvPr/>
        </p:nvCxnSpPr>
        <p:spPr>
          <a:xfrm>
            <a:off x="5506064" y="4060723"/>
            <a:ext cx="0" cy="2084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ตัวเชื่อมต่อตรง 37">
            <a:extLst>
              <a:ext uri="{FF2B5EF4-FFF2-40B4-BE49-F238E27FC236}">
                <a16:creationId xmlns:a16="http://schemas.microsoft.com/office/drawing/2014/main" id="{9BE9EE57-EF13-A3A8-CAED-CD8C36D88995}"/>
              </a:ext>
            </a:extLst>
          </p:cNvPr>
          <p:cNvCxnSpPr/>
          <p:nvPr/>
        </p:nvCxnSpPr>
        <p:spPr>
          <a:xfrm>
            <a:off x="7098890" y="4060723"/>
            <a:ext cx="0" cy="2084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ตัวเชื่อมต่อตรง 45">
            <a:extLst>
              <a:ext uri="{FF2B5EF4-FFF2-40B4-BE49-F238E27FC236}">
                <a16:creationId xmlns:a16="http://schemas.microsoft.com/office/drawing/2014/main" id="{ADC13661-4C08-BA0B-07CB-0CF6B885E6D4}"/>
              </a:ext>
            </a:extLst>
          </p:cNvPr>
          <p:cNvCxnSpPr>
            <a:cxnSpLocks/>
          </p:cNvCxnSpPr>
          <p:nvPr/>
        </p:nvCxnSpPr>
        <p:spPr>
          <a:xfrm>
            <a:off x="2182761" y="5026377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ตัวเชื่อมต่อตรง 47">
            <a:extLst>
              <a:ext uri="{FF2B5EF4-FFF2-40B4-BE49-F238E27FC236}">
                <a16:creationId xmlns:a16="http://schemas.microsoft.com/office/drawing/2014/main" id="{43E3C614-9348-DB5A-2DC8-FF2F47DEE0AE}"/>
              </a:ext>
            </a:extLst>
          </p:cNvPr>
          <p:cNvCxnSpPr/>
          <p:nvPr/>
        </p:nvCxnSpPr>
        <p:spPr>
          <a:xfrm>
            <a:off x="2182761" y="5279923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ตัวเชื่อมต่อตรง 51">
            <a:extLst>
              <a:ext uri="{FF2B5EF4-FFF2-40B4-BE49-F238E27FC236}">
                <a16:creationId xmlns:a16="http://schemas.microsoft.com/office/drawing/2014/main" id="{FC6AB6C0-937A-BE2A-0CF1-DAB59EBA5CA2}"/>
              </a:ext>
            </a:extLst>
          </p:cNvPr>
          <p:cNvCxnSpPr/>
          <p:nvPr/>
        </p:nvCxnSpPr>
        <p:spPr>
          <a:xfrm>
            <a:off x="2182761" y="5555226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ตัวเชื่อมต่อตรง 53">
            <a:extLst>
              <a:ext uri="{FF2B5EF4-FFF2-40B4-BE49-F238E27FC236}">
                <a16:creationId xmlns:a16="http://schemas.microsoft.com/office/drawing/2014/main" id="{FFDE3543-E718-12DF-7D75-194F11967705}"/>
              </a:ext>
            </a:extLst>
          </p:cNvPr>
          <p:cNvCxnSpPr/>
          <p:nvPr/>
        </p:nvCxnSpPr>
        <p:spPr>
          <a:xfrm>
            <a:off x="2182761" y="5903540"/>
            <a:ext cx="6646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วงรี 54">
            <a:extLst>
              <a:ext uri="{FF2B5EF4-FFF2-40B4-BE49-F238E27FC236}">
                <a16:creationId xmlns:a16="http://schemas.microsoft.com/office/drawing/2014/main" id="{55D8FE91-0845-CCBE-6456-90C89472D328}"/>
              </a:ext>
            </a:extLst>
          </p:cNvPr>
          <p:cNvSpPr/>
          <p:nvPr/>
        </p:nvSpPr>
        <p:spPr>
          <a:xfrm>
            <a:off x="7934632" y="3038165"/>
            <a:ext cx="1917289" cy="7865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เบอร์โทร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3629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166</Words>
  <Application>Microsoft Office PowerPoint</Application>
  <PresentationFormat>แบบจอกว้าง</PresentationFormat>
  <Paragraphs>70</Paragraphs>
  <Slides>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TAKSININFOTECH PATTANI</dc:creator>
  <cp:lastModifiedBy>TAKSININFOTECH PATTANI</cp:lastModifiedBy>
  <cp:revision>7</cp:revision>
  <dcterms:created xsi:type="dcterms:W3CDTF">2026-09-29T05:24:58Z</dcterms:created>
  <dcterms:modified xsi:type="dcterms:W3CDTF">2026-10-22T07:53:03Z</dcterms:modified>
</cp:coreProperties>
</file>